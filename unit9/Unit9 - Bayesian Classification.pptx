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1" r:id="rId2"/>
    <p:sldId id="303" r:id="rId3"/>
    <p:sldId id="433" r:id="rId4"/>
    <p:sldId id="437" r:id="rId5"/>
    <p:sldId id="454" r:id="rId6"/>
    <p:sldId id="438" r:id="rId7"/>
    <p:sldId id="440" r:id="rId8"/>
    <p:sldId id="441" r:id="rId9"/>
    <p:sldId id="451" r:id="rId10"/>
    <p:sldId id="442" r:id="rId11"/>
    <p:sldId id="449" r:id="rId12"/>
    <p:sldId id="443" r:id="rId13"/>
    <p:sldId id="444" r:id="rId14"/>
    <p:sldId id="450" r:id="rId15"/>
    <p:sldId id="439" r:id="rId16"/>
    <p:sldId id="445" r:id="rId17"/>
    <p:sldId id="452" r:id="rId18"/>
    <p:sldId id="453" r:id="rId19"/>
    <p:sldId id="446" r:id="rId20"/>
    <p:sldId id="431" r:id="rId21"/>
    <p:sldId id="304" r:id="rId22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B050"/>
    <a:srgbClr val="B1063A"/>
    <a:srgbClr val="92D050"/>
    <a:srgbClr val="FB80A6"/>
    <a:srgbClr val="F6A800"/>
    <a:srgbClr val="0070C0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2"/>
    <p:restoredTop sz="92144"/>
  </p:normalViewPr>
  <p:slideViewPr>
    <p:cSldViewPr snapToObjects="1" showGuides="1">
      <p:cViewPr varScale="1">
        <p:scale>
          <a:sx n="220" d="100"/>
          <a:sy n="220" d="100"/>
        </p:scale>
        <p:origin x="464" y="17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96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0282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6697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56B9-8D7B-17DF-127E-96EE5082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A4FDB-170B-DE9B-D049-EC502D5AB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5E780-91E7-085E-E795-C95452248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17516-2174-663F-5D63-96A4F6C0B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168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8326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659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7102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0531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B352-0E4F-7294-A7DC-E81CE01B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62A7B-2C40-3B82-DE72-69F9990B8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1456C-9133-A155-561E-48F3A5E46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EDF2-3575-C4C2-0E13-7B08B5ED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119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3C6A-1F80-0069-12A5-CA2DE6B5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0CE5E-4B6D-EA6D-1CAB-D0D63E203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FF57B-33E4-8ABB-C5AA-343512D26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AE530-0B55-2A58-C5E3-04B3EB888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583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 –</a:t>
            </a:r>
            <a:r>
              <a:rPr lang="en-US" sz="800" noProof="0" dirty="0"/>
              <a:t> Bayesian Classification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/21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gif"/><Relationship Id="rId5" Type="http://schemas.openxmlformats.org/officeDocument/2006/relationships/image" Target="../media/image5.png"/><Relationship Id="rId10" Type="http://schemas.openxmlformats.org/officeDocument/2006/relationships/image" Target="../media/image1011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7.png"/><Relationship Id="rId26" Type="http://schemas.openxmlformats.org/officeDocument/2006/relationships/image" Target="../media/image26.png"/><Relationship Id="rId21" Type="http://schemas.openxmlformats.org/officeDocument/2006/relationships/image" Target="../media/image20.png"/><Relationship Id="rId12" Type="http://schemas.openxmlformats.org/officeDocument/2006/relationships/image" Target="../media/image22.png"/><Relationship Id="rId17" Type="http://schemas.openxmlformats.org/officeDocument/2006/relationships/image" Target="../media/image15.png"/><Relationship Id="rId25" Type="http://schemas.openxmlformats.org/officeDocument/2006/relationships/image" Target="../media/image25.png"/><Relationship Id="rId16" Type="http://schemas.openxmlformats.org/officeDocument/2006/relationships/image" Target="../media/image14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Relationship Id="rId15" Type="http://schemas.openxmlformats.org/officeDocument/2006/relationships/image" Target="../media/image13.png"/><Relationship Id="rId23" Type="http://schemas.openxmlformats.org/officeDocument/2006/relationships/image" Target="../media/image23.png"/><Relationship Id="rId19" Type="http://schemas.openxmlformats.org/officeDocument/2006/relationships/image" Target="../media/image18.png"/><Relationship Id="rId14" Type="http://schemas.openxmlformats.org/officeDocument/2006/relationships/image" Target="../media/image12.png"/><Relationship Id="rId22" Type="http://schemas.openxmlformats.org/officeDocument/2006/relationships/image" Target="../media/image21.png"/><Relationship Id="rId27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230.png"/><Relationship Id="rId21" Type="http://schemas.openxmlformats.org/officeDocument/2006/relationships/image" Target="../media/image41.png"/><Relationship Id="rId7" Type="http://schemas.openxmlformats.org/officeDocument/2006/relationships/image" Target="../media/image270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1.png"/><Relationship Id="rId2" Type="http://schemas.openxmlformats.org/officeDocument/2006/relationships/image" Target="../media/image220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0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5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4.png"/><Relationship Id="rId8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30.png"/><Relationship Id="rId21" Type="http://schemas.openxmlformats.org/officeDocument/2006/relationships/image" Target="../media/image76.png"/><Relationship Id="rId7" Type="http://schemas.openxmlformats.org/officeDocument/2006/relationships/image" Target="../media/image59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2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83.png"/><Relationship Id="rId5" Type="http://schemas.openxmlformats.org/officeDocument/2006/relationships/image" Target="../media/image57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2.png"/><Relationship Id="rId19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" Type="http://schemas.openxmlformats.org/officeDocument/2006/relationships/image" Target="../media/image79.png"/><Relationship Id="rId21" Type="http://schemas.openxmlformats.org/officeDocument/2006/relationships/image" Target="../media/image98.png"/><Relationship Id="rId34" Type="http://schemas.openxmlformats.org/officeDocument/2006/relationships/image" Target="../media/image11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33" Type="http://schemas.openxmlformats.org/officeDocument/2006/relationships/image" Target="../media/image110.png"/><Relationship Id="rId2" Type="http://schemas.openxmlformats.org/officeDocument/2006/relationships/image" Target="../media/image221.png"/><Relationship Id="rId16" Type="http://schemas.openxmlformats.org/officeDocument/2006/relationships/image" Target="../media/image93.png"/><Relationship Id="rId20" Type="http://schemas.openxmlformats.org/officeDocument/2006/relationships/image" Target="../media/image520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32" Type="http://schemas.openxmlformats.org/officeDocument/2006/relationships/image" Target="../media/image109.png"/><Relationship Id="rId5" Type="http://schemas.openxmlformats.org/officeDocument/2006/relationships/image" Target="../media/image81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105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31" Type="http://schemas.openxmlformats.org/officeDocument/2006/relationships/image" Target="../media/image53.png"/><Relationship Id="rId4" Type="http://schemas.openxmlformats.org/officeDocument/2006/relationships/image" Target="../media/image80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Relationship Id="rId35" Type="http://schemas.openxmlformats.org/officeDocument/2006/relationships/image" Target="../media/image112.png"/><Relationship Id="rId8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64.png"/><Relationship Id="rId7" Type="http://schemas.openxmlformats.org/officeDocument/2006/relationships/image" Target="../media/image8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1.png"/><Relationship Id="rId5" Type="http://schemas.openxmlformats.org/officeDocument/2006/relationships/image" Target="../media/image811.png"/><Relationship Id="rId10" Type="http://schemas.openxmlformats.org/officeDocument/2006/relationships/image" Target="../media/image872.png"/><Relationship Id="rId4" Type="http://schemas.openxmlformats.org/officeDocument/2006/relationships/image" Target="../media/image801.png"/><Relationship Id="rId9" Type="http://schemas.openxmlformats.org/officeDocument/2006/relationships/image" Target="../media/image8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13" Type="http://schemas.openxmlformats.org/officeDocument/2006/relationships/image" Target="../media/image881.png"/><Relationship Id="rId18" Type="http://schemas.openxmlformats.org/officeDocument/2006/relationships/image" Target="../media/image930.png"/><Relationship Id="rId3" Type="http://schemas.openxmlformats.org/officeDocument/2006/relationships/image" Target="../media/image882.png"/><Relationship Id="rId7" Type="http://schemas.openxmlformats.org/officeDocument/2006/relationships/image" Target="../media/image810.png"/><Relationship Id="rId12" Type="http://schemas.openxmlformats.org/officeDocument/2006/relationships/image" Target="../media/image871.png"/><Relationship Id="rId17" Type="http://schemas.openxmlformats.org/officeDocument/2006/relationships/image" Target="../media/image9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12.png"/><Relationship Id="rId20" Type="http://schemas.openxmlformats.org/officeDocument/2006/relationships/image" Target="../media/image9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0.png"/><Relationship Id="rId11" Type="http://schemas.openxmlformats.org/officeDocument/2006/relationships/image" Target="../media/image860.png"/><Relationship Id="rId5" Type="http://schemas.openxmlformats.org/officeDocument/2006/relationships/image" Target="../media/image790.png"/><Relationship Id="rId15" Type="http://schemas.openxmlformats.org/officeDocument/2006/relationships/image" Target="../media/image901.png"/><Relationship Id="rId10" Type="http://schemas.openxmlformats.org/officeDocument/2006/relationships/image" Target="../media/image892.png"/><Relationship Id="rId19" Type="http://schemas.openxmlformats.org/officeDocument/2006/relationships/image" Target="../media/image940.png"/><Relationship Id="rId9" Type="http://schemas.openxmlformats.org/officeDocument/2006/relationships/image" Target="../media/image840.png"/><Relationship Id="rId14" Type="http://schemas.openxmlformats.org/officeDocument/2006/relationships/image" Target="../media/image89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70.png"/><Relationship Id="rId18" Type="http://schemas.openxmlformats.org/officeDocument/2006/relationships/image" Target="../media/image77.png"/><Relationship Id="rId3" Type="http://schemas.openxmlformats.org/officeDocument/2006/relationships/image" Target="../media/image190.png"/><Relationship Id="rId7" Type="http://schemas.openxmlformats.org/officeDocument/2006/relationships/image" Target="../media/image58.png"/><Relationship Id="rId12" Type="http://schemas.openxmlformats.org/officeDocument/2006/relationships/image" Target="../media/image65.png"/><Relationship Id="rId17" Type="http://schemas.openxmlformats.org/officeDocument/2006/relationships/image" Target="../media/image76.png"/><Relationship Id="rId2" Type="http://schemas.openxmlformats.org/officeDocument/2006/relationships/image" Target="../media/image290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7.png"/><Relationship Id="rId5" Type="http://schemas.openxmlformats.org/officeDocument/2006/relationships/image" Target="../media/image641.png"/><Relationship Id="rId15" Type="http://schemas.openxmlformats.org/officeDocument/2006/relationships/image" Target="../media/image72.png"/><Relationship Id="rId10" Type="http://schemas.openxmlformats.org/officeDocument/2006/relationships/image" Target="../media/image61.png"/><Relationship Id="rId19" Type="http://schemas.openxmlformats.org/officeDocument/2006/relationships/image" Target="../media/image78.png"/><Relationship Id="rId4" Type="http://schemas.openxmlformats.org/officeDocument/2006/relationships/image" Target="../media/image530.png"/><Relationship Id="rId9" Type="http://schemas.openxmlformats.org/officeDocument/2006/relationships/image" Target="../media/image60.png"/><Relationship Id="rId1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071.png"/><Relationship Id="rId18" Type="http://schemas.openxmlformats.org/officeDocument/2006/relationships/image" Target="../media/image1120.png"/><Relationship Id="rId3" Type="http://schemas.openxmlformats.org/officeDocument/2006/relationships/image" Target="../media/image650.png"/><Relationship Id="rId21" Type="http://schemas.openxmlformats.org/officeDocument/2006/relationships/image" Target="../media/image115.png"/><Relationship Id="rId7" Type="http://schemas.openxmlformats.org/officeDocument/2006/relationships/image" Target="../media/image1010.png"/><Relationship Id="rId12" Type="http://schemas.openxmlformats.org/officeDocument/2006/relationships/image" Target="../media/image1061.png"/><Relationship Id="rId17" Type="http://schemas.openxmlformats.org/officeDocument/2006/relationships/image" Target="../media/image111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0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0.png"/><Relationship Id="rId11" Type="http://schemas.openxmlformats.org/officeDocument/2006/relationships/image" Target="../media/image1050.png"/><Relationship Id="rId24" Type="http://schemas.openxmlformats.org/officeDocument/2006/relationships/image" Target="../media/image118.png"/><Relationship Id="rId5" Type="http://schemas.openxmlformats.org/officeDocument/2006/relationships/image" Target="../media/image990.png"/><Relationship Id="rId15" Type="http://schemas.openxmlformats.org/officeDocument/2006/relationships/image" Target="../media/image1091.png"/><Relationship Id="rId23" Type="http://schemas.openxmlformats.org/officeDocument/2006/relationships/image" Target="../media/image117.png"/><Relationship Id="rId10" Type="http://schemas.openxmlformats.org/officeDocument/2006/relationships/image" Target="../media/image1040.png"/><Relationship Id="rId19" Type="http://schemas.openxmlformats.org/officeDocument/2006/relationships/image" Target="../media/image1130.png"/><Relationship Id="rId4" Type="http://schemas.openxmlformats.org/officeDocument/2006/relationships/image" Target="../media/image980.png"/><Relationship Id="rId9" Type="http://schemas.openxmlformats.org/officeDocument/2006/relationships/image" Target="../media/image1030.png"/><Relationship Id="rId14" Type="http://schemas.openxmlformats.org/officeDocument/2006/relationships/image" Target="../media/image1081.png"/><Relationship Id="rId22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9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11" Type="http://schemas.openxmlformats.org/officeDocument/2006/relationships/image" Target="../media/image6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0.png"/><Relationship Id="rId9" Type="http://schemas.openxmlformats.org/officeDocument/2006/relationships/image" Target="../media/image12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3" Type="http://schemas.openxmlformats.org/officeDocument/2006/relationships/image" Target="../media/image660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140.png"/><Relationship Id="rId5" Type="http://schemas.openxmlformats.org/officeDocument/2006/relationships/image" Target="../media/image128.png"/><Relationship Id="rId15" Type="http://schemas.openxmlformats.org/officeDocument/2006/relationships/image" Target="../media/image130.png"/><Relationship Id="rId4" Type="http://schemas.openxmlformats.org/officeDocument/2006/relationships/image" Target="../media/image127.png"/><Relationship Id="rId14" Type="http://schemas.openxmlformats.org/officeDocument/2006/relationships/image" Target="../media/image1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660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37.png"/><Relationship Id="rId5" Type="http://schemas.openxmlformats.org/officeDocument/2006/relationships/image" Target="../media/image134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144.png"/><Relationship Id="rId7" Type="http://schemas.openxmlformats.org/officeDocument/2006/relationships/image" Target="../media/image880.png"/><Relationship Id="rId12" Type="http://schemas.openxmlformats.org/officeDocument/2006/relationships/image" Target="../media/image1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0.png"/><Relationship Id="rId11" Type="http://schemas.openxmlformats.org/officeDocument/2006/relationships/image" Target="../media/image142.png"/><Relationship Id="rId10" Type="http://schemas.openxmlformats.org/officeDocument/2006/relationships/image" Target="../media/image141.png"/><Relationship Id="rId9" Type="http://schemas.openxmlformats.org/officeDocument/2006/relationships/image" Target="../media/image13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Ralf Herbrich</a:t>
            </a:r>
            <a:endParaRPr lang="de-DE" dirty="0"/>
          </a:p>
          <a:p>
            <a:pPr algn="l"/>
            <a:r>
              <a:rPr lang="en-US" dirty="0"/>
              <a:t>Bayesian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Classification Learning</a:t>
            </a:r>
          </a:p>
          <a:p>
            <a:pPr marL="342900" indent="-342900"/>
            <a:r>
              <a:rPr lang="en-US" altLang="en-DE" dirty="0"/>
              <a:t>Bayesian Classification Learning via Approximate Message Passing</a:t>
            </a:r>
          </a:p>
          <a:p>
            <a:pPr marL="342900" indent="-342900"/>
            <a:endParaRPr lang="en-US" altLang="en-DE" dirty="0"/>
          </a:p>
          <a:p>
            <a:pPr marL="342900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Bayesian Classification Learning</a:t>
            </a:r>
          </a:p>
          <a:p>
            <a:pPr marL="342900" indent="-342900"/>
            <a:r>
              <a:rPr lang="en-US" altLang="en-DE" dirty="0"/>
              <a:t>Bayesian Classification Learning via Approximate Message Passing</a:t>
            </a:r>
          </a:p>
          <a:p>
            <a:pPr marL="342900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3287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Training Data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−1,+1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(labelled) examples from input space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Linear Basis Functions</a:t>
                </a:r>
                <a:r>
                  <a:rPr lang="en-DE" sz="1200" dirty="0"/>
                  <a:t>: Basis function mapping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200" dirty="0"/>
                  <a:t> and linear function model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3"/>
                </a:pPr>
                <a:r>
                  <a:rPr lang="en-US" sz="1200" b="1" dirty="0"/>
                  <a:t>Likelihood of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4"/>
                </a:pPr>
                <a:r>
                  <a:rPr lang="en-US" sz="1200" b="1" dirty="0"/>
                  <a:t>Prior belief over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Bayesian Inference</a:t>
                </a:r>
                <a:r>
                  <a:rPr lang="en-US" dirty="0"/>
                  <a:t>: Posterior belief over functions: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Ber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1;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p>
                                            <m:s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m:rPr>
                              <m:brk m:alnAt="1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Ber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1;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sSup>
                                                <m:sSup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200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2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𝒘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200">
                                                      <a:latin typeface="Cambria Math" panose="02040503050406030204" pitchFamily="18" charset="0"/>
                                                    </a:rPr>
                                                    <m:t>T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  <m:r>
                                <m:rPr>
                                  <m:brk m:alnAt="1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acc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13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Classification Learning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0D86BF-AB66-E58C-19F2-F29DF6AC2944}"/>
                  </a:ext>
                </a:extLst>
              </p:cNvPr>
              <p:cNvSpPr/>
              <p:nvPr/>
            </p:nvSpPr>
            <p:spPr bwMode="gray">
              <a:xfrm>
                <a:off x="6252086" y="339556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0D86BF-AB66-E58C-19F2-F29DF6AC2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52086" y="3395569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8B6EE30-3D49-A448-4C55-3C32A66D19BF}"/>
                  </a:ext>
                </a:extLst>
              </p:cNvPr>
              <p:cNvSpPr/>
              <p:nvPr/>
            </p:nvSpPr>
            <p:spPr bwMode="gray">
              <a:xfrm>
                <a:off x="6113611" y="3673281"/>
                <a:ext cx="1338709" cy="1130717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D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8B6EE30-3D49-A448-4C55-3C32A66D19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3611" y="3673281"/>
                <a:ext cx="1338709" cy="113071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FC757-1FBF-9F90-5C38-6FD9E8276272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 bwMode="gray">
          <a:xfrm>
            <a:off x="6360086" y="3611569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F5984CF-E9A2-3F02-6AEA-42D1B67875B3}"/>
              </a:ext>
            </a:extLst>
          </p:cNvPr>
          <p:cNvSpPr/>
          <p:nvPr/>
        </p:nvSpPr>
        <p:spPr bwMode="gray">
          <a:xfrm>
            <a:off x="6297086" y="4428576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BD8994-3C64-BC7C-D154-57F1A0579B22}"/>
              </a:ext>
            </a:extLst>
          </p:cNvPr>
          <p:cNvSpPr/>
          <p:nvPr/>
        </p:nvSpPr>
        <p:spPr bwMode="gray">
          <a:xfrm>
            <a:off x="6297086" y="31112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7DDE37-F3AD-6299-1FDA-B2ADC415CA7D}"/>
              </a:ext>
            </a:extLst>
          </p:cNvPr>
          <p:cNvCxnSpPr>
            <a:cxnSpLocks/>
            <a:stCxn id="18" idx="2"/>
            <a:endCxn id="12" idx="0"/>
          </p:cNvCxnSpPr>
          <p:nvPr/>
        </p:nvCxnSpPr>
        <p:spPr bwMode="gray">
          <a:xfrm>
            <a:off x="6360086" y="3237233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4D1648-DB42-C1F5-5C16-3BFF1D5D7EC2}"/>
                  </a:ext>
                </a:extLst>
              </p:cNvPr>
              <p:cNvSpPr txBox="1"/>
              <p:nvPr/>
            </p:nvSpPr>
            <p:spPr bwMode="gray">
              <a:xfrm>
                <a:off x="5953842" y="2900683"/>
                <a:ext cx="812485" cy="217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4D1648-DB42-C1F5-5C16-3BFF1D5D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53842" y="2900683"/>
                <a:ext cx="812485" cy="217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CA1B2-CECE-364C-3931-1A59779FD4C6}"/>
                  </a:ext>
                </a:extLst>
              </p:cNvPr>
              <p:cNvSpPr txBox="1"/>
              <p:nvPr/>
            </p:nvSpPr>
            <p:spPr bwMode="gray">
              <a:xfrm>
                <a:off x="5881834" y="4535988"/>
                <a:ext cx="106376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CA1B2-CECE-364C-3931-1A59779FD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81834" y="4535988"/>
                <a:ext cx="1063764" cy="215444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E4C702-5B4D-445E-1C7F-79B1A4811F81}"/>
                  </a:ext>
                </a:extLst>
              </p:cNvPr>
              <p:cNvSpPr/>
              <p:nvPr/>
            </p:nvSpPr>
            <p:spPr bwMode="gray">
              <a:xfrm>
                <a:off x="6252086" y="405424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E4C702-5B4D-445E-1C7F-79B1A4811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52086" y="4054240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557D80-6228-80A5-B7CB-32C234398111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 bwMode="gray">
          <a:xfrm>
            <a:off x="6360086" y="3895904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8F723-E6F2-9A7E-0AD9-E470E1B47F0A}"/>
              </a:ext>
            </a:extLst>
          </p:cNvPr>
          <p:cNvSpPr/>
          <p:nvPr/>
        </p:nvSpPr>
        <p:spPr bwMode="gray">
          <a:xfrm>
            <a:off x="6297086" y="37699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D97DA5-95DA-08B4-B385-40056F08106D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 bwMode="gray">
          <a:xfrm>
            <a:off x="6360086" y="4270240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9411B1-90B5-7731-B2DF-CE04E2D1BF7C}"/>
                  </a:ext>
                </a:extLst>
              </p:cNvPr>
              <p:cNvSpPr txBox="1"/>
              <p:nvPr/>
            </p:nvSpPr>
            <p:spPr bwMode="gray">
              <a:xfrm>
                <a:off x="6375571" y="3717949"/>
                <a:ext cx="953250" cy="235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9411B1-90B5-7731-B2DF-CE04E2D1B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75571" y="3717949"/>
                <a:ext cx="953250" cy="235898"/>
              </a:xfrm>
              <a:prstGeom prst="rect">
                <a:avLst/>
              </a:prstGeom>
              <a:blipFill>
                <a:blip r:embed="rId8"/>
                <a:stretch>
                  <a:fillRect r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926C9C-5860-6CE3-6872-ACEF6593324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451444" y="2151595"/>
            <a:ext cx="164489" cy="918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FD06F5-A8FB-43FE-144F-FC7794FD16C1}"/>
              </a:ext>
            </a:extLst>
          </p:cNvPr>
          <p:cNvSpPr txBox="1"/>
          <p:nvPr/>
        </p:nvSpPr>
        <p:spPr bwMode="gray">
          <a:xfrm>
            <a:off x="4442435" y="2269852"/>
            <a:ext cx="6720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f</a:t>
            </a:r>
            <a:r>
              <a:rPr lang="en-DE" sz="1200" dirty="0">
                <a:solidFill>
                  <a:srgbClr val="C00000"/>
                </a:solidFill>
              </a:rPr>
              <a:t>eature vector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1C2BFCF-BD4A-D8C1-4D82-957798CCC879}"/>
              </a:ext>
            </a:extLst>
          </p:cNvPr>
          <p:cNvSpPr/>
          <p:nvPr/>
        </p:nvSpPr>
        <p:spPr bwMode="gray">
          <a:xfrm>
            <a:off x="3995936" y="2007579"/>
            <a:ext cx="38349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27DEBE9-0D08-F3BF-5BF5-FBFCC0A3EFBA}"/>
              </a:ext>
            </a:extLst>
          </p:cNvPr>
          <p:cNvSpPr/>
          <p:nvPr/>
        </p:nvSpPr>
        <p:spPr bwMode="gray">
          <a:xfrm>
            <a:off x="3809003" y="2011444"/>
            <a:ext cx="1467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28670F-7B31-8DF1-B9E9-D41E7500F603}"/>
              </a:ext>
            </a:extLst>
          </p:cNvPr>
          <p:cNvCxnSpPr>
            <a:cxnSpLocks/>
          </p:cNvCxnSpPr>
          <p:nvPr/>
        </p:nvCxnSpPr>
        <p:spPr bwMode="gray">
          <a:xfrm flipV="1">
            <a:off x="3691994" y="2243441"/>
            <a:ext cx="108000" cy="708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7E3CC1-FC98-2B4E-CDD0-3B8E7F10ED91}"/>
              </a:ext>
            </a:extLst>
          </p:cNvPr>
          <p:cNvSpPr txBox="1"/>
          <p:nvPr/>
        </p:nvSpPr>
        <p:spPr bwMode="gray">
          <a:xfrm>
            <a:off x="3191092" y="2314249"/>
            <a:ext cx="6720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weight vector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731ACD-4D2D-3A4E-5B5C-D1E4D09B59A5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 bwMode="gray">
          <a:xfrm flipH="1">
            <a:off x="5436096" y="2650225"/>
            <a:ext cx="234930" cy="1813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FE7DA2-55CF-6539-75AA-68DA0A7EAFDD}"/>
                  </a:ext>
                </a:extLst>
              </p:cNvPr>
              <p:cNvSpPr txBox="1"/>
              <p:nvPr/>
            </p:nvSpPr>
            <p:spPr bwMode="gray">
              <a:xfrm>
                <a:off x="5671026" y="2380830"/>
                <a:ext cx="1657795" cy="5387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Ber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1;</m:t>
                          </m:r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2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sz="1200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dirty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dirty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dirty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sz="1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FE7DA2-55CF-6539-75AA-68DA0A7EA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71026" y="2380830"/>
                <a:ext cx="1657795" cy="538789"/>
              </a:xfrm>
              <a:prstGeom prst="rect">
                <a:avLst/>
              </a:prstGeom>
              <a:blipFill>
                <a:blip r:embed="rId9"/>
                <a:stretch>
                  <a:fillRect l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C56E217-C06D-7BCB-C20D-78C83331BE86}"/>
              </a:ext>
            </a:extLst>
          </p:cNvPr>
          <p:cNvSpPr/>
          <p:nvPr/>
        </p:nvSpPr>
        <p:spPr bwMode="gray">
          <a:xfrm>
            <a:off x="3631862" y="2545046"/>
            <a:ext cx="1804234" cy="57306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5E6EB5F-387D-4488-36DD-FF4D96543DC7}"/>
              </a:ext>
            </a:extLst>
          </p:cNvPr>
          <p:cNvGrpSpPr/>
          <p:nvPr/>
        </p:nvGrpSpPr>
        <p:grpSpPr>
          <a:xfrm>
            <a:off x="7261796" y="2139702"/>
            <a:ext cx="1630601" cy="1078553"/>
            <a:chOff x="7384054" y="1317532"/>
            <a:chExt cx="1630601" cy="1078553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58076F0-D71F-CE6B-B911-2204DB02A1D8}"/>
                </a:ext>
              </a:extLst>
            </p:cNvPr>
            <p:cNvSpPr/>
            <p:nvPr/>
          </p:nvSpPr>
          <p:spPr>
            <a:xfrm>
              <a:off x="7581376" y="1339343"/>
              <a:ext cx="1433279" cy="924676"/>
            </a:xfrm>
            <a:custGeom>
              <a:avLst/>
              <a:gdLst>
                <a:gd name="connsiteX0" fmla="*/ 0 w 1433279"/>
                <a:gd name="connsiteY0" fmla="*/ 924676 h 924676"/>
                <a:gd name="connsiteX1" fmla="*/ 1433280 w 1433279"/>
                <a:gd name="connsiteY1" fmla="*/ 924676 h 924676"/>
                <a:gd name="connsiteX2" fmla="*/ 1433280 w 1433279"/>
                <a:gd name="connsiteY2" fmla="*/ 0 h 924676"/>
                <a:gd name="connsiteX3" fmla="*/ 0 w 1433279"/>
                <a:gd name="connsiteY3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3279" h="924676">
                  <a:moveTo>
                    <a:pt x="0" y="924676"/>
                  </a:moveTo>
                  <a:lnTo>
                    <a:pt x="1433280" y="924676"/>
                  </a:lnTo>
                  <a:lnTo>
                    <a:pt x="1433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B3370EE-B4C4-A3F3-3567-E4A25BF70EB9}"/>
                </a:ext>
              </a:extLst>
            </p:cNvPr>
            <p:cNvSpPr/>
            <p:nvPr/>
          </p:nvSpPr>
          <p:spPr>
            <a:xfrm>
              <a:off x="7621941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A9C4F44-0673-5D0D-ED87-DC80BBE0F168}"/>
                </a:ext>
              </a:extLst>
            </p:cNvPr>
            <p:cNvSpPr/>
            <p:nvPr/>
          </p:nvSpPr>
          <p:spPr>
            <a:xfrm>
              <a:off x="7959978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65F9053-765A-1067-9187-5D142BB01149}"/>
                </a:ext>
              </a:extLst>
            </p:cNvPr>
            <p:cNvSpPr/>
            <p:nvPr/>
          </p:nvSpPr>
          <p:spPr>
            <a:xfrm>
              <a:off x="8298012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F9970A6-5C4B-C590-71D7-03A320F51691}"/>
                </a:ext>
              </a:extLst>
            </p:cNvPr>
            <p:cNvSpPr/>
            <p:nvPr/>
          </p:nvSpPr>
          <p:spPr>
            <a:xfrm>
              <a:off x="8636054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CB56D7A-66F7-14B6-90E9-1FA67518BB90}"/>
                </a:ext>
              </a:extLst>
            </p:cNvPr>
            <p:cNvSpPr/>
            <p:nvPr/>
          </p:nvSpPr>
          <p:spPr>
            <a:xfrm>
              <a:off x="8974089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DAEE510-EAEF-54CA-FDB9-9BEE578EF5DA}"/>
                </a:ext>
              </a:extLst>
            </p:cNvPr>
            <p:cNvSpPr/>
            <p:nvPr/>
          </p:nvSpPr>
          <p:spPr>
            <a:xfrm>
              <a:off x="7581376" y="2264019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5B9AFB4-1CFA-27C0-4E2F-EF6D43DFB830}"/>
                </a:ext>
              </a:extLst>
            </p:cNvPr>
            <p:cNvSpPr/>
            <p:nvPr/>
          </p:nvSpPr>
          <p:spPr>
            <a:xfrm>
              <a:off x="7621941" y="2250863"/>
              <a:ext cx="696" cy="13155"/>
            </a:xfrm>
            <a:custGeom>
              <a:avLst/>
              <a:gdLst>
                <a:gd name="connsiteX0" fmla="*/ 0 w 696"/>
                <a:gd name="connsiteY0" fmla="*/ 13156 h 13155"/>
                <a:gd name="connsiteX1" fmla="*/ 0 w 696"/>
                <a:gd name="connsiteY1" fmla="*/ 0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13155">
                  <a:moveTo>
                    <a:pt x="0" y="1315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1CC1912-4955-C397-643E-D3DA2361BB22}"/>
                </a:ext>
              </a:extLst>
            </p:cNvPr>
            <p:cNvSpPr/>
            <p:nvPr/>
          </p:nvSpPr>
          <p:spPr>
            <a:xfrm>
              <a:off x="7959978" y="2250863"/>
              <a:ext cx="696" cy="13155"/>
            </a:xfrm>
            <a:custGeom>
              <a:avLst/>
              <a:gdLst>
                <a:gd name="connsiteX0" fmla="*/ 0 w 696"/>
                <a:gd name="connsiteY0" fmla="*/ 13156 h 13155"/>
                <a:gd name="connsiteX1" fmla="*/ 0 w 696"/>
                <a:gd name="connsiteY1" fmla="*/ 0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13155">
                  <a:moveTo>
                    <a:pt x="0" y="1315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C8857B7-1408-38D9-306A-B2A540F5D1CF}"/>
                </a:ext>
              </a:extLst>
            </p:cNvPr>
            <p:cNvSpPr/>
            <p:nvPr/>
          </p:nvSpPr>
          <p:spPr>
            <a:xfrm>
              <a:off x="8298012" y="2250863"/>
              <a:ext cx="696" cy="13155"/>
            </a:xfrm>
            <a:custGeom>
              <a:avLst/>
              <a:gdLst>
                <a:gd name="connsiteX0" fmla="*/ 0 w 696"/>
                <a:gd name="connsiteY0" fmla="*/ 13156 h 13155"/>
                <a:gd name="connsiteX1" fmla="*/ 0 w 696"/>
                <a:gd name="connsiteY1" fmla="*/ 0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13155">
                  <a:moveTo>
                    <a:pt x="0" y="1315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1A192A4-E9AB-4E82-5F38-FFC2E733279A}"/>
                </a:ext>
              </a:extLst>
            </p:cNvPr>
            <p:cNvSpPr/>
            <p:nvPr/>
          </p:nvSpPr>
          <p:spPr>
            <a:xfrm>
              <a:off x="8636054" y="2250863"/>
              <a:ext cx="696" cy="13155"/>
            </a:xfrm>
            <a:custGeom>
              <a:avLst/>
              <a:gdLst>
                <a:gd name="connsiteX0" fmla="*/ 0 w 696"/>
                <a:gd name="connsiteY0" fmla="*/ 13156 h 13155"/>
                <a:gd name="connsiteX1" fmla="*/ 0 w 696"/>
                <a:gd name="connsiteY1" fmla="*/ 0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13155">
                  <a:moveTo>
                    <a:pt x="0" y="1315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CDBC005-02FF-32F5-AD66-91D98264762D}"/>
                </a:ext>
              </a:extLst>
            </p:cNvPr>
            <p:cNvSpPr/>
            <p:nvPr/>
          </p:nvSpPr>
          <p:spPr>
            <a:xfrm>
              <a:off x="8974089" y="2250863"/>
              <a:ext cx="696" cy="13155"/>
            </a:xfrm>
            <a:custGeom>
              <a:avLst/>
              <a:gdLst>
                <a:gd name="connsiteX0" fmla="*/ 0 w 696"/>
                <a:gd name="connsiteY0" fmla="*/ 13156 h 13155"/>
                <a:gd name="connsiteX1" fmla="*/ 0 w 696"/>
                <a:gd name="connsiteY1" fmla="*/ 0 h 1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13155">
                  <a:moveTo>
                    <a:pt x="0" y="1315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EE77A64-D9ED-96F4-0229-D52CC0C35EB1}"/>
                </a:ext>
              </a:extLst>
            </p:cNvPr>
            <p:cNvSpPr/>
            <p:nvPr/>
          </p:nvSpPr>
          <p:spPr>
            <a:xfrm>
              <a:off x="7584058" y="2309508"/>
              <a:ext cx="36149" cy="4795"/>
            </a:xfrm>
            <a:custGeom>
              <a:avLst/>
              <a:gdLst>
                <a:gd name="connsiteX0" fmla="*/ 0 w 36149"/>
                <a:gd name="connsiteY0" fmla="*/ 0 h 4795"/>
                <a:gd name="connsiteX1" fmla="*/ 36149 w 36149"/>
                <a:gd name="connsiteY1" fmla="*/ 0 h 4795"/>
                <a:gd name="connsiteX2" fmla="*/ 36149 w 36149"/>
                <a:gd name="connsiteY2" fmla="*/ 4796 h 4795"/>
                <a:gd name="connsiteX3" fmla="*/ 0 w 36149"/>
                <a:gd name="connsiteY3" fmla="*/ 4796 h 4795"/>
                <a:gd name="connsiteX4" fmla="*/ 0 w 36149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49" h="4795">
                  <a:moveTo>
                    <a:pt x="0" y="0"/>
                  </a:moveTo>
                  <a:lnTo>
                    <a:pt x="36149" y="0"/>
                  </a:lnTo>
                  <a:lnTo>
                    <a:pt x="36149" y="4796"/>
                  </a:lnTo>
                  <a:lnTo>
                    <a:pt x="0" y="4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A5CA29E-4BBE-509B-7043-F7EE511F631E}"/>
                </a:ext>
              </a:extLst>
            </p:cNvPr>
            <p:cNvSpPr/>
            <p:nvPr/>
          </p:nvSpPr>
          <p:spPr>
            <a:xfrm>
              <a:off x="7629145" y="2287908"/>
              <a:ext cx="30678" cy="42098"/>
            </a:xfrm>
            <a:custGeom>
              <a:avLst/>
              <a:gdLst>
                <a:gd name="connsiteX0" fmla="*/ 19005 w 30678"/>
                <a:gd name="connsiteY0" fmla="*/ 4963 h 42098"/>
                <a:gd name="connsiteX1" fmla="*/ 4624 w 30678"/>
                <a:gd name="connsiteY1" fmla="*/ 27439 h 42098"/>
                <a:gd name="connsiteX2" fmla="*/ 19005 w 30678"/>
                <a:gd name="connsiteY2" fmla="*/ 27439 h 42098"/>
                <a:gd name="connsiteX3" fmla="*/ 19005 w 30678"/>
                <a:gd name="connsiteY3" fmla="*/ 4963 h 42098"/>
                <a:gd name="connsiteX4" fmla="*/ 17510 w 30678"/>
                <a:gd name="connsiteY4" fmla="*/ 0 h 42098"/>
                <a:gd name="connsiteX5" fmla="*/ 24672 w 30678"/>
                <a:gd name="connsiteY5" fmla="*/ 0 h 42098"/>
                <a:gd name="connsiteX6" fmla="*/ 24672 w 30678"/>
                <a:gd name="connsiteY6" fmla="*/ 27439 h 42098"/>
                <a:gd name="connsiteX7" fmla="*/ 30679 w 30678"/>
                <a:gd name="connsiteY7" fmla="*/ 27439 h 42098"/>
                <a:gd name="connsiteX8" fmla="*/ 30679 w 30678"/>
                <a:gd name="connsiteY8" fmla="*/ 32173 h 42098"/>
                <a:gd name="connsiteX9" fmla="*/ 24672 w 30678"/>
                <a:gd name="connsiteY9" fmla="*/ 32173 h 42098"/>
                <a:gd name="connsiteX10" fmla="*/ 24672 w 30678"/>
                <a:gd name="connsiteY10" fmla="*/ 42099 h 42098"/>
                <a:gd name="connsiteX11" fmla="*/ 19005 w 30678"/>
                <a:gd name="connsiteY11" fmla="*/ 42099 h 42098"/>
                <a:gd name="connsiteX12" fmla="*/ 19005 w 30678"/>
                <a:gd name="connsiteY12" fmla="*/ 32173 h 42098"/>
                <a:gd name="connsiteX13" fmla="*/ 0 w 30678"/>
                <a:gd name="connsiteY13" fmla="*/ 32173 h 42098"/>
                <a:gd name="connsiteX14" fmla="*/ 0 w 30678"/>
                <a:gd name="connsiteY14" fmla="*/ 26674 h 42098"/>
                <a:gd name="connsiteX15" fmla="*/ 17510 w 30678"/>
                <a:gd name="connsiteY15" fmla="*/ 0 h 42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78" h="42098">
                  <a:moveTo>
                    <a:pt x="19005" y="4963"/>
                  </a:moveTo>
                  <a:lnTo>
                    <a:pt x="4624" y="27439"/>
                  </a:lnTo>
                  <a:lnTo>
                    <a:pt x="19005" y="27439"/>
                  </a:lnTo>
                  <a:lnTo>
                    <a:pt x="19005" y="4963"/>
                  </a:lnTo>
                  <a:moveTo>
                    <a:pt x="17510" y="0"/>
                  </a:moveTo>
                  <a:lnTo>
                    <a:pt x="24672" y="0"/>
                  </a:lnTo>
                  <a:lnTo>
                    <a:pt x="24672" y="27439"/>
                  </a:lnTo>
                  <a:lnTo>
                    <a:pt x="30679" y="27439"/>
                  </a:lnTo>
                  <a:lnTo>
                    <a:pt x="30679" y="32173"/>
                  </a:lnTo>
                  <a:lnTo>
                    <a:pt x="24672" y="32173"/>
                  </a:lnTo>
                  <a:lnTo>
                    <a:pt x="24672" y="42099"/>
                  </a:lnTo>
                  <a:lnTo>
                    <a:pt x="19005" y="42099"/>
                  </a:lnTo>
                  <a:lnTo>
                    <a:pt x="19005" y="32173"/>
                  </a:lnTo>
                  <a:lnTo>
                    <a:pt x="0" y="32173"/>
                  </a:lnTo>
                  <a:lnTo>
                    <a:pt x="0" y="26674"/>
                  </a:lnTo>
                  <a:lnTo>
                    <a:pt x="1751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5F5BF64-48E4-4D82-1B93-DE2771CD0B7C}"/>
                </a:ext>
              </a:extLst>
            </p:cNvPr>
            <p:cNvSpPr/>
            <p:nvPr/>
          </p:nvSpPr>
          <p:spPr>
            <a:xfrm>
              <a:off x="7923363" y="2309508"/>
              <a:ext cx="36149" cy="4795"/>
            </a:xfrm>
            <a:custGeom>
              <a:avLst/>
              <a:gdLst>
                <a:gd name="connsiteX0" fmla="*/ 0 w 36149"/>
                <a:gd name="connsiteY0" fmla="*/ 0 h 4795"/>
                <a:gd name="connsiteX1" fmla="*/ 36149 w 36149"/>
                <a:gd name="connsiteY1" fmla="*/ 0 h 4795"/>
                <a:gd name="connsiteX2" fmla="*/ 36149 w 36149"/>
                <a:gd name="connsiteY2" fmla="*/ 4796 h 4795"/>
                <a:gd name="connsiteX3" fmla="*/ 0 w 36149"/>
                <a:gd name="connsiteY3" fmla="*/ 4796 h 4795"/>
                <a:gd name="connsiteX4" fmla="*/ 0 w 36149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49" h="4795">
                  <a:moveTo>
                    <a:pt x="0" y="0"/>
                  </a:moveTo>
                  <a:lnTo>
                    <a:pt x="36149" y="0"/>
                  </a:lnTo>
                  <a:lnTo>
                    <a:pt x="36149" y="4796"/>
                  </a:lnTo>
                  <a:lnTo>
                    <a:pt x="0" y="4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DA850747-01F6-3208-449D-3680C9CC0DC9}"/>
                </a:ext>
              </a:extLst>
            </p:cNvPr>
            <p:cNvSpPr/>
            <p:nvPr/>
          </p:nvSpPr>
          <p:spPr>
            <a:xfrm>
              <a:off x="7969861" y="2287150"/>
              <a:ext cx="26730" cy="42857"/>
            </a:xfrm>
            <a:custGeom>
              <a:avLst/>
              <a:gdLst>
                <a:gd name="connsiteX0" fmla="*/ 6851 w 26730"/>
                <a:gd name="connsiteY0" fmla="*/ 38061 h 42857"/>
                <a:gd name="connsiteX1" fmla="*/ 26731 w 26730"/>
                <a:gd name="connsiteY1" fmla="*/ 38061 h 42857"/>
                <a:gd name="connsiteX2" fmla="*/ 26731 w 26730"/>
                <a:gd name="connsiteY2" fmla="*/ 42857 h 42857"/>
                <a:gd name="connsiteX3" fmla="*/ 0 w 26730"/>
                <a:gd name="connsiteY3" fmla="*/ 42857 h 42857"/>
                <a:gd name="connsiteX4" fmla="*/ 0 w 26730"/>
                <a:gd name="connsiteY4" fmla="*/ 38061 h 42857"/>
                <a:gd name="connsiteX5" fmla="*/ 8826 w 26730"/>
                <a:gd name="connsiteY5" fmla="*/ 29068 h 42857"/>
                <a:gd name="connsiteX6" fmla="*/ 15875 w 26730"/>
                <a:gd name="connsiteY6" fmla="*/ 21766 h 42857"/>
                <a:gd name="connsiteX7" fmla="*/ 19682 w 26730"/>
                <a:gd name="connsiteY7" fmla="*/ 16580 h 42857"/>
                <a:gd name="connsiteX8" fmla="*/ 20781 w 26730"/>
                <a:gd name="connsiteY8" fmla="*/ 12376 h 42857"/>
                <a:gd name="connsiteX9" fmla="*/ 18413 w 26730"/>
                <a:gd name="connsiteY9" fmla="*/ 6905 h 42857"/>
                <a:gd name="connsiteX10" fmla="*/ 12293 w 26730"/>
                <a:gd name="connsiteY10" fmla="*/ 4789 h 42857"/>
                <a:gd name="connsiteX11" fmla="*/ 6626 w 26730"/>
                <a:gd name="connsiteY11" fmla="*/ 5722 h 42857"/>
                <a:gd name="connsiteX12" fmla="*/ 282 w 26730"/>
                <a:gd name="connsiteY12" fmla="*/ 8541 h 42857"/>
                <a:gd name="connsiteX13" fmla="*/ 282 w 26730"/>
                <a:gd name="connsiteY13" fmla="*/ 2791 h 42857"/>
                <a:gd name="connsiteX14" fmla="*/ 6711 w 26730"/>
                <a:gd name="connsiteY14" fmla="*/ 703 h 42857"/>
                <a:gd name="connsiteX15" fmla="*/ 12181 w 26730"/>
                <a:gd name="connsiteY15" fmla="*/ 0 h 42857"/>
                <a:gd name="connsiteX16" fmla="*/ 22614 w 26730"/>
                <a:gd name="connsiteY16" fmla="*/ 3272 h 42857"/>
                <a:gd name="connsiteX17" fmla="*/ 26505 w 26730"/>
                <a:gd name="connsiteY17" fmla="*/ 12007 h 42857"/>
                <a:gd name="connsiteX18" fmla="*/ 25518 w 26730"/>
                <a:gd name="connsiteY18" fmla="*/ 16942 h 42857"/>
                <a:gd name="connsiteX19" fmla="*/ 21994 w 26730"/>
                <a:gd name="connsiteY19" fmla="*/ 22414 h 42857"/>
                <a:gd name="connsiteX20" fmla="*/ 17510 w 26730"/>
                <a:gd name="connsiteY20" fmla="*/ 27154 h 42857"/>
                <a:gd name="connsiteX21" fmla="*/ 6851 w 26730"/>
                <a:gd name="connsiteY21" fmla="*/ 38061 h 4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730" h="42857">
                  <a:moveTo>
                    <a:pt x="6851" y="38061"/>
                  </a:moveTo>
                  <a:lnTo>
                    <a:pt x="26731" y="38061"/>
                  </a:lnTo>
                  <a:lnTo>
                    <a:pt x="26731" y="42857"/>
                  </a:lnTo>
                  <a:lnTo>
                    <a:pt x="0" y="42857"/>
                  </a:lnTo>
                  <a:lnTo>
                    <a:pt x="0" y="38061"/>
                  </a:lnTo>
                  <a:cubicBezTo>
                    <a:pt x="2161" y="35827"/>
                    <a:pt x="5104" y="32827"/>
                    <a:pt x="8826" y="29068"/>
                  </a:cubicBezTo>
                  <a:cubicBezTo>
                    <a:pt x="12566" y="25288"/>
                    <a:pt x="14916" y="22859"/>
                    <a:pt x="15875" y="21766"/>
                  </a:cubicBezTo>
                  <a:cubicBezTo>
                    <a:pt x="17698" y="19713"/>
                    <a:pt x="18967" y="17987"/>
                    <a:pt x="19682" y="16580"/>
                  </a:cubicBezTo>
                  <a:cubicBezTo>
                    <a:pt x="20414" y="15154"/>
                    <a:pt x="20781" y="13747"/>
                    <a:pt x="20781" y="12376"/>
                  </a:cubicBezTo>
                  <a:cubicBezTo>
                    <a:pt x="20781" y="10142"/>
                    <a:pt x="19992" y="8318"/>
                    <a:pt x="18413" y="6905"/>
                  </a:cubicBezTo>
                  <a:cubicBezTo>
                    <a:pt x="16853" y="5492"/>
                    <a:pt x="14812" y="4789"/>
                    <a:pt x="12293" y="4789"/>
                  </a:cubicBezTo>
                  <a:cubicBezTo>
                    <a:pt x="10508" y="4789"/>
                    <a:pt x="8619" y="5102"/>
                    <a:pt x="6626" y="5722"/>
                  </a:cubicBezTo>
                  <a:cubicBezTo>
                    <a:pt x="4653" y="6341"/>
                    <a:pt x="2538" y="7281"/>
                    <a:pt x="282" y="8541"/>
                  </a:cubicBezTo>
                  <a:lnTo>
                    <a:pt x="282" y="2791"/>
                  </a:lnTo>
                  <a:cubicBezTo>
                    <a:pt x="2575" y="1865"/>
                    <a:pt x="4718" y="1169"/>
                    <a:pt x="6711" y="703"/>
                  </a:cubicBezTo>
                  <a:cubicBezTo>
                    <a:pt x="8704" y="237"/>
                    <a:pt x="10527" y="0"/>
                    <a:pt x="12181" y="0"/>
                  </a:cubicBezTo>
                  <a:cubicBezTo>
                    <a:pt x="16542" y="0"/>
                    <a:pt x="20020" y="1093"/>
                    <a:pt x="22614" y="3272"/>
                  </a:cubicBezTo>
                  <a:cubicBezTo>
                    <a:pt x="25208" y="5450"/>
                    <a:pt x="26505" y="8360"/>
                    <a:pt x="26505" y="12007"/>
                  </a:cubicBezTo>
                  <a:cubicBezTo>
                    <a:pt x="26505" y="13741"/>
                    <a:pt x="26176" y="15383"/>
                    <a:pt x="25518" y="16942"/>
                  </a:cubicBezTo>
                  <a:cubicBezTo>
                    <a:pt x="24879" y="18481"/>
                    <a:pt x="23704" y="20305"/>
                    <a:pt x="21994" y="22414"/>
                  </a:cubicBezTo>
                  <a:cubicBezTo>
                    <a:pt x="21524" y="22963"/>
                    <a:pt x="20030" y="24544"/>
                    <a:pt x="17510" y="27154"/>
                  </a:cubicBezTo>
                  <a:cubicBezTo>
                    <a:pt x="14991" y="29750"/>
                    <a:pt x="11438" y="33384"/>
                    <a:pt x="6851" y="38061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E12836A-DB60-F795-6449-68D07654EB52}"/>
                </a:ext>
              </a:extLst>
            </p:cNvPr>
            <p:cNvSpPr/>
            <p:nvPr/>
          </p:nvSpPr>
          <p:spPr>
            <a:xfrm>
              <a:off x="8283464" y="2287150"/>
              <a:ext cx="29102" cy="43671"/>
            </a:xfrm>
            <a:custGeom>
              <a:avLst/>
              <a:gdLst>
                <a:gd name="connsiteX0" fmla="*/ 14548 w 29102"/>
                <a:gd name="connsiteY0" fmla="*/ 4511 h 43671"/>
                <a:gd name="connsiteX1" fmla="*/ 7921 w 29102"/>
                <a:gd name="connsiteY1" fmla="*/ 8854 h 43671"/>
                <a:gd name="connsiteX2" fmla="*/ 5722 w 29102"/>
                <a:gd name="connsiteY2" fmla="*/ 21850 h 43671"/>
                <a:gd name="connsiteX3" fmla="*/ 7921 w 29102"/>
                <a:gd name="connsiteY3" fmla="*/ 34852 h 43671"/>
                <a:gd name="connsiteX4" fmla="*/ 14548 w 29102"/>
                <a:gd name="connsiteY4" fmla="*/ 39161 h 43671"/>
                <a:gd name="connsiteX5" fmla="*/ 21175 w 29102"/>
                <a:gd name="connsiteY5" fmla="*/ 34852 h 43671"/>
                <a:gd name="connsiteX6" fmla="*/ 23402 w 29102"/>
                <a:gd name="connsiteY6" fmla="*/ 21850 h 43671"/>
                <a:gd name="connsiteX7" fmla="*/ 21175 w 29102"/>
                <a:gd name="connsiteY7" fmla="*/ 8854 h 43671"/>
                <a:gd name="connsiteX8" fmla="*/ 14548 w 29102"/>
                <a:gd name="connsiteY8" fmla="*/ 4511 h 43671"/>
                <a:gd name="connsiteX9" fmla="*/ 14548 w 29102"/>
                <a:gd name="connsiteY9" fmla="*/ 0 h 43671"/>
                <a:gd name="connsiteX10" fmla="*/ 25351 w 29102"/>
                <a:gd name="connsiteY10" fmla="*/ 5610 h 43671"/>
                <a:gd name="connsiteX11" fmla="*/ 29103 w 29102"/>
                <a:gd name="connsiteY11" fmla="*/ 21850 h 43671"/>
                <a:gd name="connsiteX12" fmla="*/ 25351 w 29102"/>
                <a:gd name="connsiteY12" fmla="*/ 38089 h 43671"/>
                <a:gd name="connsiteX13" fmla="*/ 14548 w 29102"/>
                <a:gd name="connsiteY13" fmla="*/ 43672 h 43671"/>
                <a:gd name="connsiteX14" fmla="*/ 3724 w 29102"/>
                <a:gd name="connsiteY14" fmla="*/ 38089 h 43671"/>
                <a:gd name="connsiteX15" fmla="*/ 0 w 29102"/>
                <a:gd name="connsiteY15" fmla="*/ 21850 h 43671"/>
                <a:gd name="connsiteX16" fmla="*/ 3724 w 29102"/>
                <a:gd name="connsiteY16" fmla="*/ 5610 h 43671"/>
                <a:gd name="connsiteX17" fmla="*/ 14548 w 29102"/>
                <a:gd name="connsiteY17" fmla="*/ 0 h 4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102" h="43671">
                  <a:moveTo>
                    <a:pt x="14548" y="4511"/>
                  </a:moveTo>
                  <a:cubicBezTo>
                    <a:pt x="11617" y="4511"/>
                    <a:pt x="9404" y="5958"/>
                    <a:pt x="7921" y="8854"/>
                  </a:cubicBezTo>
                  <a:cubicBezTo>
                    <a:pt x="6453" y="11729"/>
                    <a:pt x="5722" y="16058"/>
                    <a:pt x="5722" y="21850"/>
                  </a:cubicBezTo>
                  <a:cubicBezTo>
                    <a:pt x="5722" y="27620"/>
                    <a:pt x="6453" y="31957"/>
                    <a:pt x="7921" y="34852"/>
                  </a:cubicBezTo>
                  <a:cubicBezTo>
                    <a:pt x="9404" y="37727"/>
                    <a:pt x="11617" y="39161"/>
                    <a:pt x="14548" y="39161"/>
                  </a:cubicBezTo>
                  <a:cubicBezTo>
                    <a:pt x="17499" y="39161"/>
                    <a:pt x="19706" y="37727"/>
                    <a:pt x="21175" y="34852"/>
                  </a:cubicBezTo>
                  <a:cubicBezTo>
                    <a:pt x="22657" y="31957"/>
                    <a:pt x="23402" y="27620"/>
                    <a:pt x="23402" y="21850"/>
                  </a:cubicBezTo>
                  <a:cubicBezTo>
                    <a:pt x="23402" y="16058"/>
                    <a:pt x="22657" y="11729"/>
                    <a:pt x="21175" y="8854"/>
                  </a:cubicBezTo>
                  <a:cubicBezTo>
                    <a:pt x="19706" y="5958"/>
                    <a:pt x="17499" y="4511"/>
                    <a:pt x="14548" y="4511"/>
                  </a:cubicBezTo>
                  <a:moveTo>
                    <a:pt x="14548" y="0"/>
                  </a:moveTo>
                  <a:cubicBezTo>
                    <a:pt x="19267" y="0"/>
                    <a:pt x="22866" y="1872"/>
                    <a:pt x="25351" y="5610"/>
                  </a:cubicBezTo>
                  <a:cubicBezTo>
                    <a:pt x="27850" y="9334"/>
                    <a:pt x="29103" y="14743"/>
                    <a:pt x="29103" y="21850"/>
                  </a:cubicBezTo>
                  <a:cubicBezTo>
                    <a:pt x="29103" y="28936"/>
                    <a:pt x="27850" y="34351"/>
                    <a:pt x="25351" y="38089"/>
                  </a:cubicBezTo>
                  <a:cubicBezTo>
                    <a:pt x="22866" y="41813"/>
                    <a:pt x="19267" y="43672"/>
                    <a:pt x="14548" y="43672"/>
                  </a:cubicBezTo>
                  <a:cubicBezTo>
                    <a:pt x="9835" y="43672"/>
                    <a:pt x="6223" y="41813"/>
                    <a:pt x="3724" y="38089"/>
                  </a:cubicBezTo>
                  <a:cubicBezTo>
                    <a:pt x="1239" y="34351"/>
                    <a:pt x="0" y="28936"/>
                    <a:pt x="0" y="21850"/>
                  </a:cubicBezTo>
                  <a:cubicBezTo>
                    <a:pt x="0" y="14743"/>
                    <a:pt x="1239" y="9334"/>
                    <a:pt x="3724" y="5610"/>
                  </a:cubicBezTo>
                  <a:cubicBezTo>
                    <a:pt x="6223" y="1872"/>
                    <a:pt x="9835" y="0"/>
                    <a:pt x="14548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AED1468-E40F-C59D-7FD3-5A6DAAE82330}"/>
                </a:ext>
              </a:extLst>
            </p:cNvPr>
            <p:cNvSpPr/>
            <p:nvPr/>
          </p:nvSpPr>
          <p:spPr>
            <a:xfrm>
              <a:off x="8622689" y="2287150"/>
              <a:ext cx="26729" cy="42857"/>
            </a:xfrm>
            <a:custGeom>
              <a:avLst/>
              <a:gdLst>
                <a:gd name="connsiteX0" fmla="*/ 6849 w 26729"/>
                <a:gd name="connsiteY0" fmla="*/ 38061 h 42857"/>
                <a:gd name="connsiteX1" fmla="*/ 26729 w 26729"/>
                <a:gd name="connsiteY1" fmla="*/ 38061 h 42857"/>
                <a:gd name="connsiteX2" fmla="*/ 26729 w 26729"/>
                <a:gd name="connsiteY2" fmla="*/ 42857 h 42857"/>
                <a:gd name="connsiteX3" fmla="*/ 0 w 26729"/>
                <a:gd name="connsiteY3" fmla="*/ 42857 h 42857"/>
                <a:gd name="connsiteX4" fmla="*/ 0 w 26729"/>
                <a:gd name="connsiteY4" fmla="*/ 38061 h 42857"/>
                <a:gd name="connsiteX5" fmla="*/ 8819 w 26729"/>
                <a:gd name="connsiteY5" fmla="*/ 29068 h 42857"/>
                <a:gd name="connsiteX6" fmla="*/ 15870 w 26729"/>
                <a:gd name="connsiteY6" fmla="*/ 21766 h 42857"/>
                <a:gd name="connsiteX7" fmla="*/ 19678 w 26729"/>
                <a:gd name="connsiteY7" fmla="*/ 16580 h 42857"/>
                <a:gd name="connsiteX8" fmla="*/ 20778 w 26729"/>
                <a:gd name="connsiteY8" fmla="*/ 12376 h 42857"/>
                <a:gd name="connsiteX9" fmla="*/ 18411 w 26729"/>
                <a:gd name="connsiteY9" fmla="*/ 6905 h 42857"/>
                <a:gd name="connsiteX10" fmla="*/ 12293 w 26729"/>
                <a:gd name="connsiteY10" fmla="*/ 4789 h 42857"/>
                <a:gd name="connsiteX11" fmla="*/ 6620 w 26729"/>
                <a:gd name="connsiteY11" fmla="*/ 5722 h 42857"/>
                <a:gd name="connsiteX12" fmla="*/ 278 w 26729"/>
                <a:gd name="connsiteY12" fmla="*/ 8541 h 42857"/>
                <a:gd name="connsiteX13" fmla="*/ 278 w 26729"/>
                <a:gd name="connsiteY13" fmla="*/ 2791 h 42857"/>
                <a:gd name="connsiteX14" fmla="*/ 6710 w 26729"/>
                <a:gd name="connsiteY14" fmla="*/ 703 h 42857"/>
                <a:gd name="connsiteX15" fmla="*/ 12181 w 26729"/>
                <a:gd name="connsiteY15" fmla="*/ 0 h 42857"/>
                <a:gd name="connsiteX16" fmla="*/ 22608 w 26729"/>
                <a:gd name="connsiteY16" fmla="*/ 3272 h 42857"/>
                <a:gd name="connsiteX17" fmla="*/ 26500 w 26729"/>
                <a:gd name="connsiteY17" fmla="*/ 12007 h 42857"/>
                <a:gd name="connsiteX18" fmla="*/ 25518 w 26729"/>
                <a:gd name="connsiteY18" fmla="*/ 16942 h 42857"/>
                <a:gd name="connsiteX19" fmla="*/ 21989 w 26729"/>
                <a:gd name="connsiteY19" fmla="*/ 22414 h 42857"/>
                <a:gd name="connsiteX20" fmla="*/ 17506 w 26729"/>
                <a:gd name="connsiteY20" fmla="*/ 27154 h 42857"/>
                <a:gd name="connsiteX21" fmla="*/ 6849 w 26729"/>
                <a:gd name="connsiteY21" fmla="*/ 38061 h 4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729" h="42857">
                  <a:moveTo>
                    <a:pt x="6849" y="38061"/>
                  </a:moveTo>
                  <a:lnTo>
                    <a:pt x="26729" y="38061"/>
                  </a:lnTo>
                  <a:lnTo>
                    <a:pt x="26729" y="42857"/>
                  </a:lnTo>
                  <a:lnTo>
                    <a:pt x="0" y="42857"/>
                  </a:lnTo>
                  <a:lnTo>
                    <a:pt x="0" y="38061"/>
                  </a:lnTo>
                  <a:cubicBezTo>
                    <a:pt x="2158" y="35827"/>
                    <a:pt x="5095" y="32827"/>
                    <a:pt x="8819" y="29068"/>
                  </a:cubicBezTo>
                  <a:cubicBezTo>
                    <a:pt x="12564" y="25288"/>
                    <a:pt x="14917" y="22859"/>
                    <a:pt x="15870" y="21766"/>
                  </a:cubicBezTo>
                  <a:cubicBezTo>
                    <a:pt x="17694" y="19713"/>
                    <a:pt x="18961" y="17987"/>
                    <a:pt x="19678" y="16580"/>
                  </a:cubicBezTo>
                  <a:cubicBezTo>
                    <a:pt x="20409" y="15154"/>
                    <a:pt x="20778" y="13747"/>
                    <a:pt x="20778" y="12376"/>
                  </a:cubicBezTo>
                  <a:cubicBezTo>
                    <a:pt x="20778" y="10142"/>
                    <a:pt x="19991" y="8318"/>
                    <a:pt x="18411" y="6905"/>
                  </a:cubicBezTo>
                  <a:cubicBezTo>
                    <a:pt x="16852" y="5492"/>
                    <a:pt x="14812" y="4789"/>
                    <a:pt x="12293" y="4789"/>
                  </a:cubicBezTo>
                  <a:cubicBezTo>
                    <a:pt x="10504" y="4789"/>
                    <a:pt x="8617" y="5102"/>
                    <a:pt x="6620" y="5722"/>
                  </a:cubicBezTo>
                  <a:cubicBezTo>
                    <a:pt x="4650" y="6341"/>
                    <a:pt x="2534" y="7281"/>
                    <a:pt x="278" y="8541"/>
                  </a:cubicBezTo>
                  <a:lnTo>
                    <a:pt x="278" y="2791"/>
                  </a:lnTo>
                  <a:cubicBezTo>
                    <a:pt x="2568" y="1865"/>
                    <a:pt x="4712" y="1169"/>
                    <a:pt x="6710" y="703"/>
                  </a:cubicBezTo>
                  <a:cubicBezTo>
                    <a:pt x="8701" y="237"/>
                    <a:pt x="10525" y="0"/>
                    <a:pt x="12181" y="0"/>
                  </a:cubicBezTo>
                  <a:cubicBezTo>
                    <a:pt x="16539" y="0"/>
                    <a:pt x="20012" y="1093"/>
                    <a:pt x="22608" y="3272"/>
                  </a:cubicBezTo>
                  <a:cubicBezTo>
                    <a:pt x="25205" y="5450"/>
                    <a:pt x="26500" y="8360"/>
                    <a:pt x="26500" y="12007"/>
                  </a:cubicBezTo>
                  <a:cubicBezTo>
                    <a:pt x="26500" y="13741"/>
                    <a:pt x="26172" y="15383"/>
                    <a:pt x="25518" y="16942"/>
                  </a:cubicBezTo>
                  <a:cubicBezTo>
                    <a:pt x="24878" y="18481"/>
                    <a:pt x="23701" y="20305"/>
                    <a:pt x="21989" y="22414"/>
                  </a:cubicBezTo>
                  <a:cubicBezTo>
                    <a:pt x="21523" y="22963"/>
                    <a:pt x="20026" y="24544"/>
                    <a:pt x="17506" y="27154"/>
                  </a:cubicBezTo>
                  <a:cubicBezTo>
                    <a:pt x="14987" y="29750"/>
                    <a:pt x="11436" y="33384"/>
                    <a:pt x="6849" y="38061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C6DCBFE-7964-C5C6-32FD-13A3B314189E}"/>
                </a:ext>
              </a:extLst>
            </p:cNvPr>
            <p:cNvSpPr/>
            <p:nvPr/>
          </p:nvSpPr>
          <p:spPr>
            <a:xfrm>
              <a:off x="8958747" y="2287908"/>
              <a:ext cx="30683" cy="42098"/>
            </a:xfrm>
            <a:custGeom>
              <a:avLst/>
              <a:gdLst>
                <a:gd name="connsiteX0" fmla="*/ 19010 w 30683"/>
                <a:gd name="connsiteY0" fmla="*/ 4963 h 42098"/>
                <a:gd name="connsiteX1" fmla="*/ 4629 w 30683"/>
                <a:gd name="connsiteY1" fmla="*/ 27439 h 42098"/>
                <a:gd name="connsiteX2" fmla="*/ 19010 w 30683"/>
                <a:gd name="connsiteY2" fmla="*/ 27439 h 42098"/>
                <a:gd name="connsiteX3" fmla="*/ 19010 w 30683"/>
                <a:gd name="connsiteY3" fmla="*/ 4963 h 42098"/>
                <a:gd name="connsiteX4" fmla="*/ 17513 w 30683"/>
                <a:gd name="connsiteY4" fmla="*/ 0 h 42098"/>
                <a:gd name="connsiteX5" fmla="*/ 24676 w 30683"/>
                <a:gd name="connsiteY5" fmla="*/ 0 h 42098"/>
                <a:gd name="connsiteX6" fmla="*/ 24676 w 30683"/>
                <a:gd name="connsiteY6" fmla="*/ 27439 h 42098"/>
                <a:gd name="connsiteX7" fmla="*/ 30683 w 30683"/>
                <a:gd name="connsiteY7" fmla="*/ 27439 h 42098"/>
                <a:gd name="connsiteX8" fmla="*/ 30683 w 30683"/>
                <a:gd name="connsiteY8" fmla="*/ 32173 h 42098"/>
                <a:gd name="connsiteX9" fmla="*/ 24676 w 30683"/>
                <a:gd name="connsiteY9" fmla="*/ 32173 h 42098"/>
                <a:gd name="connsiteX10" fmla="*/ 24676 w 30683"/>
                <a:gd name="connsiteY10" fmla="*/ 42099 h 42098"/>
                <a:gd name="connsiteX11" fmla="*/ 19010 w 30683"/>
                <a:gd name="connsiteY11" fmla="*/ 42099 h 42098"/>
                <a:gd name="connsiteX12" fmla="*/ 19010 w 30683"/>
                <a:gd name="connsiteY12" fmla="*/ 32173 h 42098"/>
                <a:gd name="connsiteX13" fmla="*/ 0 w 30683"/>
                <a:gd name="connsiteY13" fmla="*/ 32173 h 42098"/>
                <a:gd name="connsiteX14" fmla="*/ 0 w 30683"/>
                <a:gd name="connsiteY14" fmla="*/ 26674 h 42098"/>
                <a:gd name="connsiteX15" fmla="*/ 17513 w 30683"/>
                <a:gd name="connsiteY15" fmla="*/ 0 h 42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83" h="42098">
                  <a:moveTo>
                    <a:pt x="19010" y="4963"/>
                  </a:moveTo>
                  <a:lnTo>
                    <a:pt x="4629" y="27439"/>
                  </a:lnTo>
                  <a:lnTo>
                    <a:pt x="19010" y="27439"/>
                  </a:lnTo>
                  <a:lnTo>
                    <a:pt x="19010" y="4963"/>
                  </a:lnTo>
                  <a:moveTo>
                    <a:pt x="17513" y="0"/>
                  </a:moveTo>
                  <a:lnTo>
                    <a:pt x="24676" y="0"/>
                  </a:lnTo>
                  <a:lnTo>
                    <a:pt x="24676" y="27439"/>
                  </a:lnTo>
                  <a:lnTo>
                    <a:pt x="30683" y="27439"/>
                  </a:lnTo>
                  <a:lnTo>
                    <a:pt x="30683" y="32173"/>
                  </a:lnTo>
                  <a:lnTo>
                    <a:pt x="24676" y="32173"/>
                  </a:lnTo>
                  <a:lnTo>
                    <a:pt x="24676" y="42099"/>
                  </a:lnTo>
                  <a:lnTo>
                    <a:pt x="19010" y="42099"/>
                  </a:lnTo>
                  <a:lnTo>
                    <a:pt x="19010" y="32173"/>
                  </a:lnTo>
                  <a:lnTo>
                    <a:pt x="0" y="32173"/>
                  </a:lnTo>
                  <a:lnTo>
                    <a:pt x="0" y="26674"/>
                  </a:lnTo>
                  <a:lnTo>
                    <a:pt x="17513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33933E2-9E07-0267-C84A-AAA8447F0618}"/>
                </a:ext>
              </a:extLst>
            </p:cNvPr>
            <p:cNvSpPr/>
            <p:nvPr/>
          </p:nvSpPr>
          <p:spPr>
            <a:xfrm>
              <a:off x="8279107" y="2365827"/>
              <a:ext cx="33258" cy="30258"/>
            </a:xfrm>
            <a:custGeom>
              <a:avLst/>
              <a:gdLst>
                <a:gd name="connsiteX0" fmla="*/ 33258 w 33258"/>
                <a:gd name="connsiteY0" fmla="*/ 4399 h 30258"/>
                <a:gd name="connsiteX1" fmla="*/ 32117 w 33258"/>
                <a:gd name="connsiteY1" fmla="*/ 7267 h 30258"/>
                <a:gd name="connsiteX2" fmla="*/ 29674 w 33258"/>
                <a:gd name="connsiteY2" fmla="*/ 8283 h 30258"/>
                <a:gd name="connsiteX3" fmla="*/ 27780 w 33258"/>
                <a:gd name="connsiteY3" fmla="*/ 7566 h 30258"/>
                <a:gd name="connsiteX4" fmla="*/ 27126 w 33258"/>
                <a:gd name="connsiteY4" fmla="*/ 5930 h 30258"/>
                <a:gd name="connsiteX5" fmla="*/ 28045 w 33258"/>
                <a:gd name="connsiteY5" fmla="*/ 3620 h 30258"/>
                <a:gd name="connsiteX6" fmla="*/ 30328 w 33258"/>
                <a:gd name="connsiteY6" fmla="*/ 2311 h 30258"/>
                <a:gd name="connsiteX7" fmla="*/ 27001 w 33258"/>
                <a:gd name="connsiteY7" fmla="*/ 1469 h 30258"/>
                <a:gd name="connsiteX8" fmla="*/ 24550 w 33258"/>
                <a:gd name="connsiteY8" fmla="*/ 2151 h 30258"/>
                <a:gd name="connsiteX9" fmla="*/ 22762 w 33258"/>
                <a:gd name="connsiteY9" fmla="*/ 3717 h 30258"/>
                <a:gd name="connsiteX10" fmla="*/ 21523 w 33258"/>
                <a:gd name="connsiteY10" fmla="*/ 5868 h 30258"/>
                <a:gd name="connsiteX11" fmla="*/ 20736 w 33258"/>
                <a:gd name="connsiteY11" fmla="*/ 7859 h 30258"/>
                <a:gd name="connsiteX12" fmla="*/ 20381 w 33258"/>
                <a:gd name="connsiteY12" fmla="*/ 9355 h 30258"/>
                <a:gd name="connsiteX13" fmla="*/ 18098 w 33258"/>
                <a:gd name="connsiteY13" fmla="*/ 18488 h 30258"/>
                <a:gd name="connsiteX14" fmla="*/ 16991 w 33258"/>
                <a:gd name="connsiteY14" fmla="*/ 24356 h 30258"/>
                <a:gd name="connsiteX15" fmla="*/ 17903 w 33258"/>
                <a:gd name="connsiteY15" fmla="*/ 27523 h 30258"/>
                <a:gd name="connsiteX16" fmla="*/ 20639 w 33258"/>
                <a:gd name="connsiteY16" fmla="*/ 28762 h 30258"/>
                <a:gd name="connsiteX17" fmla="*/ 22170 w 33258"/>
                <a:gd name="connsiteY17" fmla="*/ 28560 h 30258"/>
                <a:gd name="connsiteX18" fmla="*/ 24028 w 33258"/>
                <a:gd name="connsiteY18" fmla="*/ 27746 h 30258"/>
                <a:gd name="connsiteX19" fmla="*/ 26054 w 33258"/>
                <a:gd name="connsiteY19" fmla="*/ 26214 h 30258"/>
                <a:gd name="connsiteX20" fmla="*/ 27975 w 33258"/>
                <a:gd name="connsiteY20" fmla="*/ 23673 h 30258"/>
                <a:gd name="connsiteX21" fmla="*/ 29541 w 33258"/>
                <a:gd name="connsiteY21" fmla="*/ 20019 h 30258"/>
                <a:gd name="connsiteX22" fmla="*/ 30391 w 33258"/>
                <a:gd name="connsiteY22" fmla="*/ 19302 h 30258"/>
                <a:gd name="connsiteX23" fmla="*/ 31205 w 33258"/>
                <a:gd name="connsiteY23" fmla="*/ 19956 h 30258"/>
                <a:gd name="connsiteX24" fmla="*/ 30746 w 33258"/>
                <a:gd name="connsiteY24" fmla="*/ 21683 h 30258"/>
                <a:gd name="connsiteX25" fmla="*/ 29381 w 33258"/>
                <a:gd name="connsiteY25" fmla="*/ 24321 h 30258"/>
                <a:gd name="connsiteX26" fmla="*/ 27258 w 33258"/>
                <a:gd name="connsiteY26" fmla="*/ 27126 h 30258"/>
                <a:gd name="connsiteX27" fmla="*/ 24258 w 33258"/>
                <a:gd name="connsiteY27" fmla="*/ 29346 h 30258"/>
                <a:gd name="connsiteX28" fmla="*/ 20506 w 33258"/>
                <a:gd name="connsiteY28" fmla="*/ 30258 h 30258"/>
                <a:gd name="connsiteX29" fmla="*/ 15850 w 33258"/>
                <a:gd name="connsiteY29" fmla="*/ 28762 h 30258"/>
                <a:gd name="connsiteX30" fmla="*/ 13302 w 33258"/>
                <a:gd name="connsiteY30" fmla="*/ 25170 h 30258"/>
                <a:gd name="connsiteX31" fmla="*/ 12912 w 33258"/>
                <a:gd name="connsiteY31" fmla="*/ 25859 h 30258"/>
                <a:gd name="connsiteX32" fmla="*/ 12000 w 33258"/>
                <a:gd name="connsiteY32" fmla="*/ 27126 h 30258"/>
                <a:gd name="connsiteX33" fmla="*/ 10594 w 33258"/>
                <a:gd name="connsiteY33" fmla="*/ 28630 h 30258"/>
                <a:gd name="connsiteX34" fmla="*/ 8673 w 33258"/>
                <a:gd name="connsiteY34" fmla="*/ 29736 h 30258"/>
                <a:gd name="connsiteX35" fmla="*/ 6292 w 33258"/>
                <a:gd name="connsiteY35" fmla="*/ 30258 h 30258"/>
                <a:gd name="connsiteX36" fmla="*/ 3327 w 33258"/>
                <a:gd name="connsiteY36" fmla="*/ 29799 h 30258"/>
                <a:gd name="connsiteX37" fmla="*/ 974 w 33258"/>
                <a:gd name="connsiteY37" fmla="*/ 28302 h 30258"/>
                <a:gd name="connsiteX38" fmla="*/ 0 w 33258"/>
                <a:gd name="connsiteY38" fmla="*/ 25824 h 30258"/>
                <a:gd name="connsiteX39" fmla="*/ 1079 w 33258"/>
                <a:gd name="connsiteY39" fmla="*/ 23117 h 30258"/>
                <a:gd name="connsiteX40" fmla="*/ 3682 w 33258"/>
                <a:gd name="connsiteY40" fmla="*/ 21975 h 30258"/>
                <a:gd name="connsiteX41" fmla="*/ 5381 w 33258"/>
                <a:gd name="connsiteY41" fmla="*/ 22532 h 30258"/>
                <a:gd name="connsiteX42" fmla="*/ 6160 w 33258"/>
                <a:gd name="connsiteY42" fmla="*/ 24293 h 30258"/>
                <a:gd name="connsiteX43" fmla="*/ 5248 w 33258"/>
                <a:gd name="connsiteY43" fmla="*/ 26639 h 30258"/>
                <a:gd name="connsiteX44" fmla="*/ 3035 w 33258"/>
                <a:gd name="connsiteY44" fmla="*/ 27913 h 30258"/>
                <a:gd name="connsiteX45" fmla="*/ 6355 w 33258"/>
                <a:gd name="connsiteY45" fmla="*/ 28762 h 30258"/>
                <a:gd name="connsiteX46" fmla="*/ 10204 w 33258"/>
                <a:gd name="connsiteY46" fmla="*/ 26868 h 30258"/>
                <a:gd name="connsiteX47" fmla="*/ 12717 w 33258"/>
                <a:gd name="connsiteY47" fmla="*/ 21815 h 30258"/>
                <a:gd name="connsiteX48" fmla="*/ 15522 w 33258"/>
                <a:gd name="connsiteY48" fmla="*/ 10824 h 30258"/>
                <a:gd name="connsiteX49" fmla="*/ 16302 w 33258"/>
                <a:gd name="connsiteY49" fmla="*/ 5930 h 30258"/>
                <a:gd name="connsiteX50" fmla="*/ 15947 w 33258"/>
                <a:gd name="connsiteY50" fmla="*/ 3620 h 30258"/>
                <a:gd name="connsiteX51" fmla="*/ 14966 w 33258"/>
                <a:gd name="connsiteY51" fmla="*/ 2248 h 30258"/>
                <a:gd name="connsiteX52" fmla="*/ 13824 w 33258"/>
                <a:gd name="connsiteY52" fmla="*/ 1629 h 30258"/>
                <a:gd name="connsiteX53" fmla="*/ 12717 w 33258"/>
                <a:gd name="connsiteY53" fmla="*/ 1469 h 30258"/>
                <a:gd name="connsiteX54" fmla="*/ 10629 w 33258"/>
                <a:gd name="connsiteY54" fmla="*/ 1858 h 30258"/>
                <a:gd name="connsiteX55" fmla="*/ 8248 w 33258"/>
                <a:gd name="connsiteY55" fmla="*/ 3160 h 30258"/>
                <a:gd name="connsiteX56" fmla="*/ 5770 w 33258"/>
                <a:gd name="connsiteY56" fmla="*/ 5868 h 30258"/>
                <a:gd name="connsiteX57" fmla="*/ 3752 w 33258"/>
                <a:gd name="connsiteY57" fmla="*/ 10204 h 30258"/>
                <a:gd name="connsiteX58" fmla="*/ 2868 w 33258"/>
                <a:gd name="connsiteY58" fmla="*/ 10956 h 30258"/>
                <a:gd name="connsiteX59" fmla="*/ 2088 w 33258"/>
                <a:gd name="connsiteY59" fmla="*/ 10267 h 30258"/>
                <a:gd name="connsiteX60" fmla="*/ 2513 w 33258"/>
                <a:gd name="connsiteY60" fmla="*/ 8576 h 30258"/>
                <a:gd name="connsiteX61" fmla="*/ 3877 w 33258"/>
                <a:gd name="connsiteY61" fmla="*/ 5930 h 30258"/>
                <a:gd name="connsiteX62" fmla="*/ 6035 w 33258"/>
                <a:gd name="connsiteY62" fmla="*/ 3160 h 30258"/>
                <a:gd name="connsiteX63" fmla="*/ 9063 w 33258"/>
                <a:gd name="connsiteY63" fmla="*/ 912 h 30258"/>
                <a:gd name="connsiteX64" fmla="*/ 12850 w 33258"/>
                <a:gd name="connsiteY64" fmla="*/ 0 h 30258"/>
                <a:gd name="connsiteX65" fmla="*/ 14576 w 33258"/>
                <a:gd name="connsiteY65" fmla="*/ 195 h 30258"/>
                <a:gd name="connsiteX66" fmla="*/ 16497 w 33258"/>
                <a:gd name="connsiteY66" fmla="*/ 849 h 30258"/>
                <a:gd name="connsiteX67" fmla="*/ 18523 w 33258"/>
                <a:gd name="connsiteY67" fmla="*/ 2408 h 30258"/>
                <a:gd name="connsiteX68" fmla="*/ 20054 w 33258"/>
                <a:gd name="connsiteY68" fmla="*/ 5054 h 30258"/>
                <a:gd name="connsiteX69" fmla="*/ 20966 w 33258"/>
                <a:gd name="connsiteY69" fmla="*/ 3585 h 30258"/>
                <a:gd name="connsiteX70" fmla="*/ 22372 w 33258"/>
                <a:gd name="connsiteY70" fmla="*/ 1991 h 30258"/>
                <a:gd name="connsiteX71" fmla="*/ 24453 w 33258"/>
                <a:gd name="connsiteY71" fmla="*/ 550 h 30258"/>
                <a:gd name="connsiteX72" fmla="*/ 27063 w 33258"/>
                <a:gd name="connsiteY72" fmla="*/ 0 h 30258"/>
                <a:gd name="connsiteX73" fmla="*/ 29708 w 33258"/>
                <a:gd name="connsiteY73" fmla="*/ 355 h 30258"/>
                <a:gd name="connsiteX74" fmla="*/ 32117 w 33258"/>
                <a:gd name="connsiteY74" fmla="*/ 1761 h 30258"/>
                <a:gd name="connsiteX75" fmla="*/ 33258 w 33258"/>
                <a:gd name="connsiteY75" fmla="*/ 4399 h 3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258" h="30258">
                  <a:moveTo>
                    <a:pt x="33258" y="4399"/>
                  </a:moveTo>
                  <a:cubicBezTo>
                    <a:pt x="33258" y="5617"/>
                    <a:pt x="32876" y="6578"/>
                    <a:pt x="32117" y="7267"/>
                  </a:cubicBezTo>
                  <a:cubicBezTo>
                    <a:pt x="31358" y="7942"/>
                    <a:pt x="30544" y="8283"/>
                    <a:pt x="29674" y="8283"/>
                  </a:cubicBezTo>
                  <a:cubicBezTo>
                    <a:pt x="28845" y="8283"/>
                    <a:pt x="28219" y="8047"/>
                    <a:pt x="27780" y="7566"/>
                  </a:cubicBezTo>
                  <a:cubicBezTo>
                    <a:pt x="27342" y="7086"/>
                    <a:pt x="27126" y="6543"/>
                    <a:pt x="27126" y="5930"/>
                  </a:cubicBezTo>
                  <a:cubicBezTo>
                    <a:pt x="27126" y="5102"/>
                    <a:pt x="27432" y="4337"/>
                    <a:pt x="28045" y="3620"/>
                  </a:cubicBezTo>
                  <a:cubicBezTo>
                    <a:pt x="28650" y="2903"/>
                    <a:pt x="29416" y="2464"/>
                    <a:pt x="30328" y="2311"/>
                  </a:cubicBezTo>
                  <a:cubicBezTo>
                    <a:pt x="29430" y="1747"/>
                    <a:pt x="28323" y="1469"/>
                    <a:pt x="27001" y="1469"/>
                  </a:cubicBezTo>
                  <a:cubicBezTo>
                    <a:pt x="26131" y="1469"/>
                    <a:pt x="25309" y="1698"/>
                    <a:pt x="24550" y="2151"/>
                  </a:cubicBezTo>
                  <a:cubicBezTo>
                    <a:pt x="23813" y="2603"/>
                    <a:pt x="23214" y="3125"/>
                    <a:pt x="22762" y="3717"/>
                  </a:cubicBezTo>
                  <a:cubicBezTo>
                    <a:pt x="22323" y="4302"/>
                    <a:pt x="21912" y="5019"/>
                    <a:pt x="21523" y="5868"/>
                  </a:cubicBezTo>
                  <a:cubicBezTo>
                    <a:pt x="21154" y="6696"/>
                    <a:pt x="20889" y="7357"/>
                    <a:pt x="20736" y="7859"/>
                  </a:cubicBezTo>
                  <a:cubicBezTo>
                    <a:pt x="20604" y="8339"/>
                    <a:pt x="20485" y="8833"/>
                    <a:pt x="20381" y="9355"/>
                  </a:cubicBezTo>
                  <a:lnTo>
                    <a:pt x="18098" y="18488"/>
                  </a:lnTo>
                  <a:cubicBezTo>
                    <a:pt x="17360" y="21376"/>
                    <a:pt x="16991" y="23332"/>
                    <a:pt x="16991" y="24356"/>
                  </a:cubicBezTo>
                  <a:cubicBezTo>
                    <a:pt x="16991" y="25615"/>
                    <a:pt x="17297" y="26674"/>
                    <a:pt x="17903" y="27523"/>
                  </a:cubicBezTo>
                  <a:cubicBezTo>
                    <a:pt x="18509" y="28351"/>
                    <a:pt x="19420" y="28762"/>
                    <a:pt x="20639" y="28762"/>
                  </a:cubicBezTo>
                  <a:cubicBezTo>
                    <a:pt x="21119" y="28762"/>
                    <a:pt x="21627" y="28692"/>
                    <a:pt x="22170" y="28560"/>
                  </a:cubicBezTo>
                  <a:cubicBezTo>
                    <a:pt x="22720" y="28414"/>
                    <a:pt x="23339" y="28142"/>
                    <a:pt x="24028" y="27746"/>
                  </a:cubicBezTo>
                  <a:cubicBezTo>
                    <a:pt x="24745" y="27335"/>
                    <a:pt x="25421" y="26820"/>
                    <a:pt x="26054" y="26214"/>
                  </a:cubicBezTo>
                  <a:cubicBezTo>
                    <a:pt x="26701" y="25581"/>
                    <a:pt x="27342" y="24738"/>
                    <a:pt x="27975" y="23673"/>
                  </a:cubicBezTo>
                  <a:cubicBezTo>
                    <a:pt x="28609" y="22608"/>
                    <a:pt x="29131" y="21390"/>
                    <a:pt x="29541" y="20019"/>
                  </a:cubicBezTo>
                  <a:cubicBezTo>
                    <a:pt x="29674" y="19539"/>
                    <a:pt x="29952" y="19302"/>
                    <a:pt x="30391" y="19302"/>
                  </a:cubicBezTo>
                  <a:cubicBezTo>
                    <a:pt x="30934" y="19302"/>
                    <a:pt x="31205" y="19518"/>
                    <a:pt x="31205" y="19956"/>
                  </a:cubicBezTo>
                  <a:cubicBezTo>
                    <a:pt x="31205" y="20325"/>
                    <a:pt x="31052" y="20896"/>
                    <a:pt x="30746" y="21683"/>
                  </a:cubicBezTo>
                  <a:cubicBezTo>
                    <a:pt x="30467" y="22441"/>
                    <a:pt x="30015" y="23325"/>
                    <a:pt x="29381" y="24321"/>
                  </a:cubicBezTo>
                  <a:cubicBezTo>
                    <a:pt x="28776" y="25302"/>
                    <a:pt x="28066" y="26235"/>
                    <a:pt x="27258" y="27126"/>
                  </a:cubicBezTo>
                  <a:cubicBezTo>
                    <a:pt x="26458" y="27996"/>
                    <a:pt x="25455" y="28741"/>
                    <a:pt x="24258" y="29346"/>
                  </a:cubicBezTo>
                  <a:cubicBezTo>
                    <a:pt x="23068" y="29952"/>
                    <a:pt x="21815" y="30258"/>
                    <a:pt x="20506" y="30258"/>
                  </a:cubicBezTo>
                  <a:cubicBezTo>
                    <a:pt x="18641" y="30258"/>
                    <a:pt x="17089" y="29757"/>
                    <a:pt x="15850" y="28762"/>
                  </a:cubicBezTo>
                  <a:cubicBezTo>
                    <a:pt x="14611" y="27759"/>
                    <a:pt x="13761" y="26562"/>
                    <a:pt x="13302" y="25170"/>
                  </a:cubicBezTo>
                  <a:cubicBezTo>
                    <a:pt x="13198" y="25365"/>
                    <a:pt x="13065" y="25595"/>
                    <a:pt x="12912" y="25859"/>
                  </a:cubicBezTo>
                  <a:cubicBezTo>
                    <a:pt x="12759" y="26117"/>
                    <a:pt x="12453" y="26541"/>
                    <a:pt x="12000" y="27126"/>
                  </a:cubicBezTo>
                  <a:cubicBezTo>
                    <a:pt x="11562" y="27690"/>
                    <a:pt x="11095" y="28191"/>
                    <a:pt x="10594" y="28630"/>
                  </a:cubicBezTo>
                  <a:cubicBezTo>
                    <a:pt x="10100" y="29040"/>
                    <a:pt x="9460" y="29409"/>
                    <a:pt x="8673" y="29736"/>
                  </a:cubicBezTo>
                  <a:cubicBezTo>
                    <a:pt x="7914" y="30084"/>
                    <a:pt x="7121" y="30258"/>
                    <a:pt x="6292" y="30258"/>
                  </a:cubicBezTo>
                  <a:cubicBezTo>
                    <a:pt x="5248" y="30258"/>
                    <a:pt x="4260" y="30105"/>
                    <a:pt x="3327" y="29799"/>
                  </a:cubicBezTo>
                  <a:cubicBezTo>
                    <a:pt x="2415" y="29500"/>
                    <a:pt x="1629" y="28998"/>
                    <a:pt x="974" y="28302"/>
                  </a:cubicBezTo>
                  <a:cubicBezTo>
                    <a:pt x="327" y="27606"/>
                    <a:pt x="0" y="26778"/>
                    <a:pt x="0" y="25824"/>
                  </a:cubicBezTo>
                  <a:cubicBezTo>
                    <a:pt x="0" y="24759"/>
                    <a:pt x="362" y="23854"/>
                    <a:pt x="1079" y="23117"/>
                  </a:cubicBezTo>
                  <a:cubicBezTo>
                    <a:pt x="1817" y="22358"/>
                    <a:pt x="2687" y="21975"/>
                    <a:pt x="3682" y="21975"/>
                  </a:cubicBezTo>
                  <a:cubicBezTo>
                    <a:pt x="4316" y="21975"/>
                    <a:pt x="4879" y="22163"/>
                    <a:pt x="5381" y="22532"/>
                  </a:cubicBezTo>
                  <a:cubicBezTo>
                    <a:pt x="5903" y="22901"/>
                    <a:pt x="6160" y="23486"/>
                    <a:pt x="6160" y="24293"/>
                  </a:cubicBezTo>
                  <a:cubicBezTo>
                    <a:pt x="6160" y="25184"/>
                    <a:pt x="5854" y="25964"/>
                    <a:pt x="5248" y="26639"/>
                  </a:cubicBezTo>
                  <a:cubicBezTo>
                    <a:pt x="4643" y="27314"/>
                    <a:pt x="3905" y="27739"/>
                    <a:pt x="3035" y="27913"/>
                  </a:cubicBezTo>
                  <a:cubicBezTo>
                    <a:pt x="3926" y="28476"/>
                    <a:pt x="5033" y="28762"/>
                    <a:pt x="6355" y="28762"/>
                  </a:cubicBezTo>
                  <a:cubicBezTo>
                    <a:pt x="7796" y="28762"/>
                    <a:pt x="9077" y="28128"/>
                    <a:pt x="10204" y="26868"/>
                  </a:cubicBezTo>
                  <a:cubicBezTo>
                    <a:pt x="11339" y="25609"/>
                    <a:pt x="12174" y="23924"/>
                    <a:pt x="12717" y="21815"/>
                  </a:cubicBezTo>
                  <a:cubicBezTo>
                    <a:pt x="14061" y="16748"/>
                    <a:pt x="15000" y="13086"/>
                    <a:pt x="15522" y="10824"/>
                  </a:cubicBezTo>
                  <a:cubicBezTo>
                    <a:pt x="16044" y="8541"/>
                    <a:pt x="16302" y="6912"/>
                    <a:pt x="16302" y="5930"/>
                  </a:cubicBezTo>
                  <a:cubicBezTo>
                    <a:pt x="16302" y="5019"/>
                    <a:pt x="16184" y="4253"/>
                    <a:pt x="15947" y="3620"/>
                  </a:cubicBezTo>
                  <a:cubicBezTo>
                    <a:pt x="15703" y="2986"/>
                    <a:pt x="15376" y="2534"/>
                    <a:pt x="14966" y="2248"/>
                  </a:cubicBezTo>
                  <a:cubicBezTo>
                    <a:pt x="14576" y="1942"/>
                    <a:pt x="14193" y="1733"/>
                    <a:pt x="13824" y="1629"/>
                  </a:cubicBezTo>
                  <a:cubicBezTo>
                    <a:pt x="13476" y="1524"/>
                    <a:pt x="13107" y="1469"/>
                    <a:pt x="12717" y="1469"/>
                  </a:cubicBezTo>
                  <a:cubicBezTo>
                    <a:pt x="12063" y="1469"/>
                    <a:pt x="11367" y="1601"/>
                    <a:pt x="10629" y="1858"/>
                  </a:cubicBezTo>
                  <a:cubicBezTo>
                    <a:pt x="9912" y="2116"/>
                    <a:pt x="9119" y="2555"/>
                    <a:pt x="8248" y="3160"/>
                  </a:cubicBezTo>
                  <a:cubicBezTo>
                    <a:pt x="7399" y="3752"/>
                    <a:pt x="6571" y="4650"/>
                    <a:pt x="5770" y="5868"/>
                  </a:cubicBezTo>
                  <a:cubicBezTo>
                    <a:pt x="4970" y="7086"/>
                    <a:pt x="4295" y="8527"/>
                    <a:pt x="3752" y="10204"/>
                  </a:cubicBezTo>
                  <a:cubicBezTo>
                    <a:pt x="3640" y="10706"/>
                    <a:pt x="3348" y="10956"/>
                    <a:pt x="2868" y="10956"/>
                  </a:cubicBezTo>
                  <a:cubicBezTo>
                    <a:pt x="2346" y="10935"/>
                    <a:pt x="2088" y="10706"/>
                    <a:pt x="2088" y="10267"/>
                  </a:cubicBezTo>
                  <a:cubicBezTo>
                    <a:pt x="2088" y="9898"/>
                    <a:pt x="2227" y="9334"/>
                    <a:pt x="2513" y="8576"/>
                  </a:cubicBezTo>
                  <a:cubicBezTo>
                    <a:pt x="2812" y="7789"/>
                    <a:pt x="3272" y="6912"/>
                    <a:pt x="3877" y="5930"/>
                  </a:cubicBezTo>
                  <a:cubicBezTo>
                    <a:pt x="4511" y="4956"/>
                    <a:pt x="5228" y="4030"/>
                    <a:pt x="6035" y="3160"/>
                  </a:cubicBezTo>
                  <a:cubicBezTo>
                    <a:pt x="6863" y="2269"/>
                    <a:pt x="7873" y="1517"/>
                    <a:pt x="9063" y="912"/>
                  </a:cubicBezTo>
                  <a:cubicBezTo>
                    <a:pt x="10281" y="306"/>
                    <a:pt x="11548" y="0"/>
                    <a:pt x="12850" y="0"/>
                  </a:cubicBezTo>
                  <a:cubicBezTo>
                    <a:pt x="13434" y="0"/>
                    <a:pt x="14012" y="63"/>
                    <a:pt x="14576" y="195"/>
                  </a:cubicBezTo>
                  <a:cubicBezTo>
                    <a:pt x="15160" y="299"/>
                    <a:pt x="15801" y="522"/>
                    <a:pt x="16497" y="849"/>
                  </a:cubicBezTo>
                  <a:cubicBezTo>
                    <a:pt x="17214" y="1176"/>
                    <a:pt x="17889" y="1691"/>
                    <a:pt x="18523" y="2408"/>
                  </a:cubicBezTo>
                  <a:cubicBezTo>
                    <a:pt x="19156" y="3125"/>
                    <a:pt x="19664" y="4009"/>
                    <a:pt x="20054" y="5054"/>
                  </a:cubicBezTo>
                  <a:cubicBezTo>
                    <a:pt x="20311" y="4552"/>
                    <a:pt x="20618" y="4065"/>
                    <a:pt x="20966" y="3585"/>
                  </a:cubicBezTo>
                  <a:cubicBezTo>
                    <a:pt x="21335" y="3104"/>
                    <a:pt x="21808" y="2575"/>
                    <a:pt x="22372" y="1991"/>
                  </a:cubicBezTo>
                  <a:cubicBezTo>
                    <a:pt x="22957" y="1378"/>
                    <a:pt x="23653" y="898"/>
                    <a:pt x="24453" y="550"/>
                  </a:cubicBezTo>
                  <a:cubicBezTo>
                    <a:pt x="25281" y="181"/>
                    <a:pt x="26151" y="0"/>
                    <a:pt x="27063" y="0"/>
                  </a:cubicBezTo>
                  <a:cubicBezTo>
                    <a:pt x="27954" y="0"/>
                    <a:pt x="28838" y="118"/>
                    <a:pt x="29708" y="355"/>
                  </a:cubicBezTo>
                  <a:cubicBezTo>
                    <a:pt x="30579" y="571"/>
                    <a:pt x="31379" y="1044"/>
                    <a:pt x="32117" y="1761"/>
                  </a:cubicBezTo>
                  <a:cubicBezTo>
                    <a:pt x="32876" y="2457"/>
                    <a:pt x="33258" y="3334"/>
                    <a:pt x="33258" y="4399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93A4916-9DD9-3F5E-2764-37B05204868A}"/>
                </a:ext>
              </a:extLst>
            </p:cNvPr>
            <p:cNvSpPr/>
            <p:nvPr/>
          </p:nvSpPr>
          <p:spPr>
            <a:xfrm>
              <a:off x="7581376" y="2264019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41967BDA-9B45-BC73-CBF0-869E8BCC8862}"/>
                </a:ext>
              </a:extLst>
            </p:cNvPr>
            <p:cNvSpPr/>
            <p:nvPr/>
          </p:nvSpPr>
          <p:spPr>
            <a:xfrm>
              <a:off x="7581376" y="2079086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350056A-1213-3403-1E7D-9FD1C7D3B6A3}"/>
                </a:ext>
              </a:extLst>
            </p:cNvPr>
            <p:cNvSpPr/>
            <p:nvPr/>
          </p:nvSpPr>
          <p:spPr>
            <a:xfrm>
              <a:off x="7581376" y="1894149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3B18208-CC7B-A929-F405-7F3C67A7FD2E}"/>
                </a:ext>
              </a:extLst>
            </p:cNvPr>
            <p:cNvSpPr/>
            <p:nvPr/>
          </p:nvSpPr>
          <p:spPr>
            <a:xfrm>
              <a:off x="7581376" y="1709213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299D1A2-B815-711A-8B4F-78B685DC224E}"/>
                </a:ext>
              </a:extLst>
            </p:cNvPr>
            <p:cNvSpPr/>
            <p:nvPr/>
          </p:nvSpPr>
          <p:spPr>
            <a:xfrm>
              <a:off x="7581376" y="1524278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8EAFF77-928F-4595-AAD3-1E76D17DB606}"/>
                </a:ext>
              </a:extLst>
            </p:cNvPr>
            <p:cNvSpPr/>
            <p:nvPr/>
          </p:nvSpPr>
          <p:spPr>
            <a:xfrm>
              <a:off x="7581376" y="1339343"/>
              <a:ext cx="1433279" cy="696"/>
            </a:xfrm>
            <a:custGeom>
              <a:avLst/>
              <a:gdLst>
                <a:gd name="connsiteX0" fmla="*/ 0 w 1433279"/>
                <a:gd name="connsiteY0" fmla="*/ 0 h 696"/>
                <a:gd name="connsiteX1" fmla="*/ 1433280 w 1433279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3279" h="696">
                  <a:moveTo>
                    <a:pt x="0" y="0"/>
                  </a:moveTo>
                  <a:lnTo>
                    <a:pt x="1433280" y="0"/>
                  </a:lnTo>
                </a:path>
              </a:pathLst>
            </a:custGeom>
            <a:noFill/>
            <a:ln w="138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699663-7CEC-6FA1-90B7-57904245EBB4}"/>
                </a:ext>
              </a:extLst>
            </p:cNvPr>
            <p:cNvSpPr/>
            <p:nvPr/>
          </p:nvSpPr>
          <p:spPr>
            <a:xfrm>
              <a:off x="7581376" y="1339343"/>
              <a:ext cx="696" cy="924676"/>
            </a:xfrm>
            <a:custGeom>
              <a:avLst/>
              <a:gdLst>
                <a:gd name="connsiteX0" fmla="*/ 0 w 696"/>
                <a:gd name="connsiteY0" fmla="*/ 924676 h 924676"/>
                <a:gd name="connsiteX1" fmla="*/ 0 w 696"/>
                <a:gd name="connsiteY1" fmla="*/ 0 h 92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" h="924676">
                  <a:moveTo>
                    <a:pt x="0" y="924676"/>
                  </a:moveTo>
                  <a:lnTo>
                    <a:pt x="0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D99B1BE-1BA2-A1D6-EB53-3A0E6503D168}"/>
                </a:ext>
              </a:extLst>
            </p:cNvPr>
            <p:cNvSpPr/>
            <p:nvPr/>
          </p:nvSpPr>
          <p:spPr>
            <a:xfrm>
              <a:off x="7581376" y="2264019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9B417F87-7C9E-D80C-EFC8-ED907C6A4775}"/>
                </a:ext>
              </a:extLst>
            </p:cNvPr>
            <p:cNvSpPr/>
            <p:nvPr/>
          </p:nvSpPr>
          <p:spPr>
            <a:xfrm>
              <a:off x="7581376" y="2079086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C9DFCDE-5193-A98A-7F12-4F75A8B5C78B}"/>
                </a:ext>
              </a:extLst>
            </p:cNvPr>
            <p:cNvSpPr/>
            <p:nvPr/>
          </p:nvSpPr>
          <p:spPr>
            <a:xfrm>
              <a:off x="7581376" y="1894149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C3C6014-1C86-C88D-1E6A-C6E8FE4553D0}"/>
                </a:ext>
              </a:extLst>
            </p:cNvPr>
            <p:cNvSpPr/>
            <p:nvPr/>
          </p:nvSpPr>
          <p:spPr>
            <a:xfrm>
              <a:off x="7581376" y="1709213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F589B6F-4252-47CE-BD32-84F36DB2EB8D}"/>
                </a:ext>
              </a:extLst>
            </p:cNvPr>
            <p:cNvSpPr/>
            <p:nvPr/>
          </p:nvSpPr>
          <p:spPr>
            <a:xfrm>
              <a:off x="7581376" y="1524278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FCC290B-D9CF-D161-E230-1FAEA070254D}"/>
                </a:ext>
              </a:extLst>
            </p:cNvPr>
            <p:cNvSpPr/>
            <p:nvPr/>
          </p:nvSpPr>
          <p:spPr>
            <a:xfrm>
              <a:off x="7581376" y="1339343"/>
              <a:ext cx="13153" cy="696"/>
            </a:xfrm>
            <a:custGeom>
              <a:avLst/>
              <a:gdLst>
                <a:gd name="connsiteX0" fmla="*/ 0 w 13153"/>
                <a:gd name="connsiteY0" fmla="*/ 0 h 696"/>
                <a:gd name="connsiteX1" fmla="*/ 13154 w 13153"/>
                <a:gd name="connsiteY1" fmla="*/ 0 h 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53" h="696">
                  <a:moveTo>
                    <a:pt x="0" y="0"/>
                  </a:moveTo>
                  <a:lnTo>
                    <a:pt x="13154" y="0"/>
                  </a:lnTo>
                </a:path>
              </a:pathLst>
            </a:custGeom>
            <a:noFill/>
            <a:ln w="277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1B91AAB-C130-F53D-6167-0BB9166F222E}"/>
                </a:ext>
              </a:extLst>
            </p:cNvPr>
            <p:cNvSpPr/>
            <p:nvPr/>
          </p:nvSpPr>
          <p:spPr>
            <a:xfrm>
              <a:off x="7472121" y="2242211"/>
              <a:ext cx="29099" cy="43671"/>
            </a:xfrm>
            <a:custGeom>
              <a:avLst/>
              <a:gdLst>
                <a:gd name="connsiteX0" fmla="*/ 14550 w 29099"/>
                <a:gd name="connsiteY0" fmla="*/ 4511 h 43671"/>
                <a:gd name="connsiteX1" fmla="*/ 7923 w 29099"/>
                <a:gd name="connsiteY1" fmla="*/ 8854 h 43671"/>
                <a:gd name="connsiteX2" fmla="*/ 5724 w 29099"/>
                <a:gd name="connsiteY2" fmla="*/ 21850 h 43671"/>
                <a:gd name="connsiteX3" fmla="*/ 7923 w 29099"/>
                <a:gd name="connsiteY3" fmla="*/ 34852 h 43671"/>
                <a:gd name="connsiteX4" fmla="*/ 14550 w 29099"/>
                <a:gd name="connsiteY4" fmla="*/ 39161 h 43671"/>
                <a:gd name="connsiteX5" fmla="*/ 21176 w 29099"/>
                <a:gd name="connsiteY5" fmla="*/ 34852 h 43671"/>
                <a:gd name="connsiteX6" fmla="*/ 23403 w 29099"/>
                <a:gd name="connsiteY6" fmla="*/ 21850 h 43671"/>
                <a:gd name="connsiteX7" fmla="*/ 21176 w 29099"/>
                <a:gd name="connsiteY7" fmla="*/ 8854 h 43671"/>
                <a:gd name="connsiteX8" fmla="*/ 14550 w 29099"/>
                <a:gd name="connsiteY8" fmla="*/ 4511 h 43671"/>
                <a:gd name="connsiteX9" fmla="*/ 14550 w 29099"/>
                <a:gd name="connsiteY9" fmla="*/ 0 h 43671"/>
                <a:gd name="connsiteX10" fmla="*/ 25349 w 29099"/>
                <a:gd name="connsiteY10" fmla="*/ 5610 h 43671"/>
                <a:gd name="connsiteX11" fmla="*/ 29099 w 29099"/>
                <a:gd name="connsiteY11" fmla="*/ 21850 h 43671"/>
                <a:gd name="connsiteX12" fmla="*/ 25349 w 29099"/>
                <a:gd name="connsiteY12" fmla="*/ 38089 h 43671"/>
                <a:gd name="connsiteX13" fmla="*/ 14550 w 29099"/>
                <a:gd name="connsiteY13" fmla="*/ 43672 h 43671"/>
                <a:gd name="connsiteX14" fmla="*/ 3722 w 29099"/>
                <a:gd name="connsiteY14" fmla="*/ 38089 h 43671"/>
                <a:gd name="connsiteX15" fmla="*/ 0 w 29099"/>
                <a:gd name="connsiteY15" fmla="*/ 21850 h 43671"/>
                <a:gd name="connsiteX16" fmla="*/ 3722 w 29099"/>
                <a:gd name="connsiteY16" fmla="*/ 5610 h 43671"/>
                <a:gd name="connsiteX17" fmla="*/ 14550 w 29099"/>
                <a:gd name="connsiteY17" fmla="*/ 0 h 4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1">
                  <a:moveTo>
                    <a:pt x="14550" y="4511"/>
                  </a:moveTo>
                  <a:cubicBezTo>
                    <a:pt x="11617" y="4511"/>
                    <a:pt x="9408" y="5958"/>
                    <a:pt x="7923" y="8854"/>
                  </a:cubicBezTo>
                  <a:cubicBezTo>
                    <a:pt x="6457" y="11729"/>
                    <a:pt x="5724" y="16058"/>
                    <a:pt x="5724" y="21850"/>
                  </a:cubicBezTo>
                  <a:cubicBezTo>
                    <a:pt x="5724" y="27620"/>
                    <a:pt x="6457" y="31957"/>
                    <a:pt x="7923" y="34852"/>
                  </a:cubicBezTo>
                  <a:cubicBezTo>
                    <a:pt x="9408" y="37727"/>
                    <a:pt x="11617" y="39161"/>
                    <a:pt x="14550" y="39161"/>
                  </a:cubicBezTo>
                  <a:cubicBezTo>
                    <a:pt x="17501" y="39161"/>
                    <a:pt x="19709" y="37727"/>
                    <a:pt x="21176" y="34852"/>
                  </a:cubicBezTo>
                  <a:cubicBezTo>
                    <a:pt x="22661" y="31957"/>
                    <a:pt x="23403" y="27620"/>
                    <a:pt x="23403" y="21850"/>
                  </a:cubicBezTo>
                  <a:cubicBezTo>
                    <a:pt x="23403" y="16058"/>
                    <a:pt x="22661" y="11729"/>
                    <a:pt x="21176" y="8854"/>
                  </a:cubicBezTo>
                  <a:cubicBezTo>
                    <a:pt x="19709" y="5958"/>
                    <a:pt x="17501" y="4511"/>
                    <a:pt x="14550" y="4511"/>
                  </a:cubicBezTo>
                  <a:moveTo>
                    <a:pt x="14550" y="0"/>
                  </a:moveTo>
                  <a:cubicBezTo>
                    <a:pt x="19268" y="0"/>
                    <a:pt x="22867" y="1872"/>
                    <a:pt x="25349" y="5610"/>
                  </a:cubicBezTo>
                  <a:cubicBezTo>
                    <a:pt x="27849" y="9334"/>
                    <a:pt x="29099" y="14743"/>
                    <a:pt x="29099" y="21850"/>
                  </a:cubicBezTo>
                  <a:cubicBezTo>
                    <a:pt x="29099" y="28936"/>
                    <a:pt x="27849" y="34351"/>
                    <a:pt x="25349" y="38089"/>
                  </a:cubicBezTo>
                  <a:cubicBezTo>
                    <a:pt x="22867" y="41813"/>
                    <a:pt x="19268" y="43672"/>
                    <a:pt x="14550" y="43672"/>
                  </a:cubicBezTo>
                  <a:cubicBezTo>
                    <a:pt x="9831" y="43672"/>
                    <a:pt x="6222" y="41813"/>
                    <a:pt x="3722" y="38089"/>
                  </a:cubicBezTo>
                  <a:cubicBezTo>
                    <a:pt x="1240" y="34351"/>
                    <a:pt x="0" y="28936"/>
                    <a:pt x="0" y="21850"/>
                  </a:cubicBezTo>
                  <a:cubicBezTo>
                    <a:pt x="0" y="14743"/>
                    <a:pt x="1240" y="9334"/>
                    <a:pt x="3722" y="5610"/>
                  </a:cubicBezTo>
                  <a:cubicBezTo>
                    <a:pt x="6222" y="1872"/>
                    <a:pt x="9831" y="0"/>
                    <a:pt x="14550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8121BD7-2321-F45B-B337-9C97DD5BD5AC}"/>
                </a:ext>
              </a:extLst>
            </p:cNvPr>
            <p:cNvSpPr/>
            <p:nvPr/>
          </p:nvSpPr>
          <p:spPr>
            <a:xfrm>
              <a:off x="7511230" y="2277906"/>
              <a:ext cx="5949" cy="7162"/>
            </a:xfrm>
            <a:custGeom>
              <a:avLst/>
              <a:gdLst>
                <a:gd name="connsiteX0" fmla="*/ 0 w 5949"/>
                <a:gd name="connsiteY0" fmla="*/ 0 h 7162"/>
                <a:gd name="connsiteX1" fmla="*/ 5949 w 5949"/>
                <a:gd name="connsiteY1" fmla="*/ 0 h 7162"/>
                <a:gd name="connsiteX2" fmla="*/ 5949 w 5949"/>
                <a:gd name="connsiteY2" fmla="*/ 7163 h 7162"/>
                <a:gd name="connsiteX3" fmla="*/ 0 w 5949"/>
                <a:gd name="connsiteY3" fmla="*/ 7163 h 7162"/>
                <a:gd name="connsiteX4" fmla="*/ 0 w 5949"/>
                <a:gd name="connsiteY4" fmla="*/ 0 h 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9" h="7162">
                  <a:moveTo>
                    <a:pt x="0" y="0"/>
                  </a:moveTo>
                  <a:lnTo>
                    <a:pt x="5949" y="0"/>
                  </a:lnTo>
                  <a:lnTo>
                    <a:pt x="5949" y="7163"/>
                  </a:lnTo>
                  <a:lnTo>
                    <a:pt x="0" y="7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5402CA4-85CE-B247-5CC8-F1DAFB429256}"/>
                </a:ext>
              </a:extLst>
            </p:cNvPr>
            <p:cNvSpPr/>
            <p:nvPr/>
          </p:nvSpPr>
          <p:spPr>
            <a:xfrm>
              <a:off x="7527218" y="2242211"/>
              <a:ext cx="29099" cy="43671"/>
            </a:xfrm>
            <a:custGeom>
              <a:avLst/>
              <a:gdLst>
                <a:gd name="connsiteX0" fmla="*/ 14549 w 29099"/>
                <a:gd name="connsiteY0" fmla="*/ 4511 h 43671"/>
                <a:gd name="connsiteX1" fmla="*/ 7923 w 29099"/>
                <a:gd name="connsiteY1" fmla="*/ 8854 h 43671"/>
                <a:gd name="connsiteX2" fmla="*/ 5724 w 29099"/>
                <a:gd name="connsiteY2" fmla="*/ 21850 h 43671"/>
                <a:gd name="connsiteX3" fmla="*/ 7923 w 29099"/>
                <a:gd name="connsiteY3" fmla="*/ 34852 h 43671"/>
                <a:gd name="connsiteX4" fmla="*/ 14549 w 29099"/>
                <a:gd name="connsiteY4" fmla="*/ 39161 h 43671"/>
                <a:gd name="connsiteX5" fmla="*/ 21176 w 29099"/>
                <a:gd name="connsiteY5" fmla="*/ 34852 h 43671"/>
                <a:gd name="connsiteX6" fmla="*/ 23403 w 29099"/>
                <a:gd name="connsiteY6" fmla="*/ 21850 h 43671"/>
                <a:gd name="connsiteX7" fmla="*/ 21176 w 29099"/>
                <a:gd name="connsiteY7" fmla="*/ 8854 h 43671"/>
                <a:gd name="connsiteX8" fmla="*/ 14549 w 29099"/>
                <a:gd name="connsiteY8" fmla="*/ 4511 h 43671"/>
                <a:gd name="connsiteX9" fmla="*/ 14549 w 29099"/>
                <a:gd name="connsiteY9" fmla="*/ 0 h 43671"/>
                <a:gd name="connsiteX10" fmla="*/ 25349 w 29099"/>
                <a:gd name="connsiteY10" fmla="*/ 5610 h 43671"/>
                <a:gd name="connsiteX11" fmla="*/ 29099 w 29099"/>
                <a:gd name="connsiteY11" fmla="*/ 21850 h 43671"/>
                <a:gd name="connsiteX12" fmla="*/ 25349 w 29099"/>
                <a:gd name="connsiteY12" fmla="*/ 38089 h 43671"/>
                <a:gd name="connsiteX13" fmla="*/ 14549 w 29099"/>
                <a:gd name="connsiteY13" fmla="*/ 43672 h 43671"/>
                <a:gd name="connsiteX14" fmla="*/ 3722 w 29099"/>
                <a:gd name="connsiteY14" fmla="*/ 38089 h 43671"/>
                <a:gd name="connsiteX15" fmla="*/ 0 w 29099"/>
                <a:gd name="connsiteY15" fmla="*/ 21850 h 43671"/>
                <a:gd name="connsiteX16" fmla="*/ 3722 w 29099"/>
                <a:gd name="connsiteY16" fmla="*/ 5610 h 43671"/>
                <a:gd name="connsiteX17" fmla="*/ 14549 w 29099"/>
                <a:gd name="connsiteY17" fmla="*/ 0 h 4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1">
                  <a:moveTo>
                    <a:pt x="14549" y="4511"/>
                  </a:moveTo>
                  <a:cubicBezTo>
                    <a:pt x="11617" y="4511"/>
                    <a:pt x="9408" y="5958"/>
                    <a:pt x="7923" y="8854"/>
                  </a:cubicBezTo>
                  <a:cubicBezTo>
                    <a:pt x="6457" y="11729"/>
                    <a:pt x="5724" y="16058"/>
                    <a:pt x="5724" y="21850"/>
                  </a:cubicBezTo>
                  <a:cubicBezTo>
                    <a:pt x="5724" y="27620"/>
                    <a:pt x="6457" y="31957"/>
                    <a:pt x="7923" y="34852"/>
                  </a:cubicBezTo>
                  <a:cubicBezTo>
                    <a:pt x="9408" y="37727"/>
                    <a:pt x="11617" y="39161"/>
                    <a:pt x="14549" y="39161"/>
                  </a:cubicBezTo>
                  <a:cubicBezTo>
                    <a:pt x="17501" y="39161"/>
                    <a:pt x="19709" y="37727"/>
                    <a:pt x="21176" y="34852"/>
                  </a:cubicBezTo>
                  <a:cubicBezTo>
                    <a:pt x="22661" y="31957"/>
                    <a:pt x="23403" y="27620"/>
                    <a:pt x="23403" y="21850"/>
                  </a:cubicBezTo>
                  <a:cubicBezTo>
                    <a:pt x="23403" y="16058"/>
                    <a:pt x="22661" y="11729"/>
                    <a:pt x="21176" y="8854"/>
                  </a:cubicBezTo>
                  <a:cubicBezTo>
                    <a:pt x="19709" y="5958"/>
                    <a:pt x="17501" y="4511"/>
                    <a:pt x="14549" y="4511"/>
                  </a:cubicBezTo>
                  <a:moveTo>
                    <a:pt x="14549" y="0"/>
                  </a:moveTo>
                  <a:cubicBezTo>
                    <a:pt x="19268" y="0"/>
                    <a:pt x="22867" y="1872"/>
                    <a:pt x="25349" y="5610"/>
                  </a:cubicBezTo>
                  <a:cubicBezTo>
                    <a:pt x="27849" y="9334"/>
                    <a:pt x="29099" y="14743"/>
                    <a:pt x="29099" y="21850"/>
                  </a:cubicBezTo>
                  <a:cubicBezTo>
                    <a:pt x="29099" y="28936"/>
                    <a:pt x="27849" y="34351"/>
                    <a:pt x="25349" y="38089"/>
                  </a:cubicBezTo>
                  <a:cubicBezTo>
                    <a:pt x="22867" y="41813"/>
                    <a:pt x="19268" y="43672"/>
                    <a:pt x="14549" y="43672"/>
                  </a:cubicBezTo>
                  <a:cubicBezTo>
                    <a:pt x="9831" y="43672"/>
                    <a:pt x="6222" y="41813"/>
                    <a:pt x="3722" y="38089"/>
                  </a:cubicBezTo>
                  <a:cubicBezTo>
                    <a:pt x="1240" y="34351"/>
                    <a:pt x="0" y="28936"/>
                    <a:pt x="0" y="21850"/>
                  </a:cubicBezTo>
                  <a:cubicBezTo>
                    <a:pt x="0" y="14743"/>
                    <a:pt x="1240" y="9334"/>
                    <a:pt x="3722" y="5610"/>
                  </a:cubicBezTo>
                  <a:cubicBezTo>
                    <a:pt x="6222" y="1872"/>
                    <a:pt x="9831" y="0"/>
                    <a:pt x="14549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A0F510E-2A05-D721-BE67-DFAD691B02E8}"/>
                </a:ext>
              </a:extLst>
            </p:cNvPr>
            <p:cNvSpPr/>
            <p:nvPr/>
          </p:nvSpPr>
          <p:spPr>
            <a:xfrm>
              <a:off x="7474066" y="2057271"/>
              <a:ext cx="29099" cy="43678"/>
            </a:xfrm>
            <a:custGeom>
              <a:avLst/>
              <a:gdLst>
                <a:gd name="connsiteX0" fmla="*/ 14550 w 29099"/>
                <a:gd name="connsiteY0" fmla="*/ 4511 h 43678"/>
                <a:gd name="connsiteX1" fmla="*/ 7923 w 29099"/>
                <a:gd name="connsiteY1" fmla="*/ 8854 h 43678"/>
                <a:gd name="connsiteX2" fmla="*/ 5724 w 29099"/>
                <a:gd name="connsiteY2" fmla="*/ 21857 h 43678"/>
                <a:gd name="connsiteX3" fmla="*/ 7923 w 29099"/>
                <a:gd name="connsiteY3" fmla="*/ 34852 h 43678"/>
                <a:gd name="connsiteX4" fmla="*/ 14550 w 29099"/>
                <a:gd name="connsiteY4" fmla="*/ 39168 h 43678"/>
                <a:gd name="connsiteX5" fmla="*/ 21176 w 29099"/>
                <a:gd name="connsiteY5" fmla="*/ 34852 h 43678"/>
                <a:gd name="connsiteX6" fmla="*/ 23403 w 29099"/>
                <a:gd name="connsiteY6" fmla="*/ 21857 h 43678"/>
                <a:gd name="connsiteX7" fmla="*/ 21176 w 29099"/>
                <a:gd name="connsiteY7" fmla="*/ 8854 h 43678"/>
                <a:gd name="connsiteX8" fmla="*/ 14550 w 29099"/>
                <a:gd name="connsiteY8" fmla="*/ 4511 h 43678"/>
                <a:gd name="connsiteX9" fmla="*/ 14550 w 29099"/>
                <a:gd name="connsiteY9" fmla="*/ 0 h 43678"/>
                <a:gd name="connsiteX10" fmla="*/ 25350 w 29099"/>
                <a:gd name="connsiteY10" fmla="*/ 5610 h 43678"/>
                <a:gd name="connsiteX11" fmla="*/ 29099 w 29099"/>
                <a:gd name="connsiteY11" fmla="*/ 21857 h 43678"/>
                <a:gd name="connsiteX12" fmla="*/ 25350 w 29099"/>
                <a:gd name="connsiteY12" fmla="*/ 38096 h 43678"/>
                <a:gd name="connsiteX13" fmla="*/ 14550 w 29099"/>
                <a:gd name="connsiteY13" fmla="*/ 43679 h 43678"/>
                <a:gd name="connsiteX14" fmla="*/ 3722 w 29099"/>
                <a:gd name="connsiteY14" fmla="*/ 38096 h 43678"/>
                <a:gd name="connsiteX15" fmla="*/ 0 w 29099"/>
                <a:gd name="connsiteY15" fmla="*/ 21857 h 43678"/>
                <a:gd name="connsiteX16" fmla="*/ 3722 w 29099"/>
                <a:gd name="connsiteY16" fmla="*/ 5610 h 43678"/>
                <a:gd name="connsiteX17" fmla="*/ 14550 w 29099"/>
                <a:gd name="connsiteY17" fmla="*/ 0 h 4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8">
                  <a:moveTo>
                    <a:pt x="14550" y="4511"/>
                  </a:moveTo>
                  <a:cubicBezTo>
                    <a:pt x="11617" y="4511"/>
                    <a:pt x="9408" y="5958"/>
                    <a:pt x="7923" y="8854"/>
                  </a:cubicBezTo>
                  <a:cubicBezTo>
                    <a:pt x="6457" y="11729"/>
                    <a:pt x="5724" y="16065"/>
                    <a:pt x="5724" y="21857"/>
                  </a:cubicBezTo>
                  <a:cubicBezTo>
                    <a:pt x="5724" y="27627"/>
                    <a:pt x="6457" y="31957"/>
                    <a:pt x="7923" y="34852"/>
                  </a:cubicBezTo>
                  <a:cubicBezTo>
                    <a:pt x="9408" y="37727"/>
                    <a:pt x="11617" y="39168"/>
                    <a:pt x="14550" y="39168"/>
                  </a:cubicBezTo>
                  <a:cubicBezTo>
                    <a:pt x="17501" y="39168"/>
                    <a:pt x="19710" y="37727"/>
                    <a:pt x="21176" y="34852"/>
                  </a:cubicBezTo>
                  <a:cubicBezTo>
                    <a:pt x="22661" y="31957"/>
                    <a:pt x="23403" y="27627"/>
                    <a:pt x="23403" y="21857"/>
                  </a:cubicBezTo>
                  <a:cubicBezTo>
                    <a:pt x="23403" y="16065"/>
                    <a:pt x="22661" y="11729"/>
                    <a:pt x="21176" y="8854"/>
                  </a:cubicBezTo>
                  <a:cubicBezTo>
                    <a:pt x="19710" y="5958"/>
                    <a:pt x="17501" y="4511"/>
                    <a:pt x="14550" y="4511"/>
                  </a:cubicBezTo>
                  <a:moveTo>
                    <a:pt x="14550" y="0"/>
                  </a:moveTo>
                  <a:cubicBezTo>
                    <a:pt x="19268" y="0"/>
                    <a:pt x="22868" y="1872"/>
                    <a:pt x="25350" y="5610"/>
                  </a:cubicBezTo>
                  <a:cubicBezTo>
                    <a:pt x="27849" y="9334"/>
                    <a:pt x="29099" y="14750"/>
                    <a:pt x="29099" y="21857"/>
                  </a:cubicBezTo>
                  <a:cubicBezTo>
                    <a:pt x="29099" y="28943"/>
                    <a:pt x="27849" y="34358"/>
                    <a:pt x="25350" y="38096"/>
                  </a:cubicBezTo>
                  <a:cubicBezTo>
                    <a:pt x="22868" y="41820"/>
                    <a:pt x="19268" y="43679"/>
                    <a:pt x="14550" y="43679"/>
                  </a:cubicBezTo>
                  <a:cubicBezTo>
                    <a:pt x="9831" y="43679"/>
                    <a:pt x="6222" y="41820"/>
                    <a:pt x="3722" y="38096"/>
                  </a:cubicBezTo>
                  <a:cubicBezTo>
                    <a:pt x="1240" y="34358"/>
                    <a:pt x="0" y="28943"/>
                    <a:pt x="0" y="21857"/>
                  </a:cubicBezTo>
                  <a:cubicBezTo>
                    <a:pt x="0" y="14750"/>
                    <a:pt x="1240" y="9334"/>
                    <a:pt x="3722" y="5610"/>
                  </a:cubicBezTo>
                  <a:cubicBezTo>
                    <a:pt x="6222" y="1872"/>
                    <a:pt x="9831" y="0"/>
                    <a:pt x="14550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4E038546-C53C-5315-A1CA-27A5088EB9E8}"/>
                </a:ext>
              </a:extLst>
            </p:cNvPr>
            <p:cNvSpPr/>
            <p:nvPr/>
          </p:nvSpPr>
          <p:spPr>
            <a:xfrm>
              <a:off x="7513176" y="2092973"/>
              <a:ext cx="5949" cy="7162"/>
            </a:xfrm>
            <a:custGeom>
              <a:avLst/>
              <a:gdLst>
                <a:gd name="connsiteX0" fmla="*/ 0 w 5949"/>
                <a:gd name="connsiteY0" fmla="*/ 0 h 7162"/>
                <a:gd name="connsiteX1" fmla="*/ 5949 w 5949"/>
                <a:gd name="connsiteY1" fmla="*/ 0 h 7162"/>
                <a:gd name="connsiteX2" fmla="*/ 5949 w 5949"/>
                <a:gd name="connsiteY2" fmla="*/ 7163 h 7162"/>
                <a:gd name="connsiteX3" fmla="*/ 0 w 5949"/>
                <a:gd name="connsiteY3" fmla="*/ 7163 h 7162"/>
                <a:gd name="connsiteX4" fmla="*/ 0 w 5949"/>
                <a:gd name="connsiteY4" fmla="*/ 0 h 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9" h="7162">
                  <a:moveTo>
                    <a:pt x="0" y="0"/>
                  </a:moveTo>
                  <a:lnTo>
                    <a:pt x="5949" y="0"/>
                  </a:lnTo>
                  <a:lnTo>
                    <a:pt x="5949" y="7163"/>
                  </a:lnTo>
                  <a:lnTo>
                    <a:pt x="0" y="7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A01C362-179E-4D3C-A014-52172432310C}"/>
                </a:ext>
              </a:extLst>
            </p:cNvPr>
            <p:cNvSpPr/>
            <p:nvPr/>
          </p:nvSpPr>
          <p:spPr>
            <a:xfrm>
              <a:off x="7529586" y="2057271"/>
              <a:ext cx="26731" cy="42864"/>
            </a:xfrm>
            <a:custGeom>
              <a:avLst/>
              <a:gdLst>
                <a:gd name="connsiteX0" fmla="*/ 6852 w 26731"/>
                <a:gd name="connsiteY0" fmla="*/ 38068 h 42864"/>
                <a:gd name="connsiteX1" fmla="*/ 26731 w 26731"/>
                <a:gd name="connsiteY1" fmla="*/ 38068 h 42864"/>
                <a:gd name="connsiteX2" fmla="*/ 26731 w 26731"/>
                <a:gd name="connsiteY2" fmla="*/ 42864 h 42864"/>
                <a:gd name="connsiteX3" fmla="*/ 0 w 26731"/>
                <a:gd name="connsiteY3" fmla="*/ 42864 h 42864"/>
                <a:gd name="connsiteX4" fmla="*/ 0 w 26731"/>
                <a:gd name="connsiteY4" fmla="*/ 38068 h 42864"/>
                <a:gd name="connsiteX5" fmla="*/ 8826 w 26731"/>
                <a:gd name="connsiteY5" fmla="*/ 29075 h 42864"/>
                <a:gd name="connsiteX6" fmla="*/ 15875 w 26731"/>
                <a:gd name="connsiteY6" fmla="*/ 21773 h 42864"/>
                <a:gd name="connsiteX7" fmla="*/ 19682 w 26731"/>
                <a:gd name="connsiteY7" fmla="*/ 16580 h 42864"/>
                <a:gd name="connsiteX8" fmla="*/ 20781 w 26731"/>
                <a:gd name="connsiteY8" fmla="*/ 12383 h 42864"/>
                <a:gd name="connsiteX9" fmla="*/ 18413 w 26731"/>
                <a:gd name="connsiteY9" fmla="*/ 6912 h 42864"/>
                <a:gd name="connsiteX10" fmla="*/ 12294 w 26731"/>
                <a:gd name="connsiteY10" fmla="*/ 4796 h 42864"/>
                <a:gd name="connsiteX11" fmla="*/ 6627 w 26731"/>
                <a:gd name="connsiteY11" fmla="*/ 5729 h 42864"/>
                <a:gd name="connsiteX12" fmla="*/ 282 w 26731"/>
                <a:gd name="connsiteY12" fmla="*/ 8548 h 42864"/>
                <a:gd name="connsiteX13" fmla="*/ 282 w 26731"/>
                <a:gd name="connsiteY13" fmla="*/ 2791 h 42864"/>
                <a:gd name="connsiteX14" fmla="*/ 6711 w 26731"/>
                <a:gd name="connsiteY14" fmla="*/ 710 h 42864"/>
                <a:gd name="connsiteX15" fmla="*/ 12181 w 26731"/>
                <a:gd name="connsiteY15" fmla="*/ 0 h 42864"/>
                <a:gd name="connsiteX16" fmla="*/ 22615 w 26731"/>
                <a:gd name="connsiteY16" fmla="*/ 3272 h 42864"/>
                <a:gd name="connsiteX17" fmla="*/ 26506 w 26731"/>
                <a:gd name="connsiteY17" fmla="*/ 12014 h 42864"/>
                <a:gd name="connsiteX18" fmla="*/ 25519 w 26731"/>
                <a:gd name="connsiteY18" fmla="*/ 16949 h 42864"/>
                <a:gd name="connsiteX19" fmla="*/ 21994 w 26731"/>
                <a:gd name="connsiteY19" fmla="*/ 22421 h 42864"/>
                <a:gd name="connsiteX20" fmla="*/ 17510 w 26731"/>
                <a:gd name="connsiteY20" fmla="*/ 27154 h 42864"/>
                <a:gd name="connsiteX21" fmla="*/ 6852 w 26731"/>
                <a:gd name="connsiteY21" fmla="*/ 38068 h 4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731" h="42864">
                  <a:moveTo>
                    <a:pt x="6852" y="38068"/>
                  </a:moveTo>
                  <a:lnTo>
                    <a:pt x="26731" y="38068"/>
                  </a:lnTo>
                  <a:lnTo>
                    <a:pt x="26731" y="42864"/>
                  </a:lnTo>
                  <a:lnTo>
                    <a:pt x="0" y="42864"/>
                  </a:lnTo>
                  <a:lnTo>
                    <a:pt x="0" y="38068"/>
                  </a:lnTo>
                  <a:cubicBezTo>
                    <a:pt x="2162" y="35834"/>
                    <a:pt x="5104" y="32834"/>
                    <a:pt x="8826" y="29075"/>
                  </a:cubicBezTo>
                  <a:cubicBezTo>
                    <a:pt x="12567" y="25295"/>
                    <a:pt x="14917" y="22866"/>
                    <a:pt x="15875" y="21773"/>
                  </a:cubicBezTo>
                  <a:cubicBezTo>
                    <a:pt x="17698" y="19720"/>
                    <a:pt x="18967" y="17994"/>
                    <a:pt x="19682" y="16580"/>
                  </a:cubicBezTo>
                  <a:cubicBezTo>
                    <a:pt x="20415" y="15154"/>
                    <a:pt x="20781" y="13754"/>
                    <a:pt x="20781" y="12383"/>
                  </a:cubicBezTo>
                  <a:cubicBezTo>
                    <a:pt x="20781" y="10149"/>
                    <a:pt x="19992" y="8325"/>
                    <a:pt x="18413" y="6912"/>
                  </a:cubicBezTo>
                  <a:cubicBezTo>
                    <a:pt x="16853" y="5499"/>
                    <a:pt x="14813" y="4796"/>
                    <a:pt x="12294" y="4796"/>
                  </a:cubicBezTo>
                  <a:cubicBezTo>
                    <a:pt x="10509" y="4796"/>
                    <a:pt x="8619" y="5109"/>
                    <a:pt x="6627" y="5729"/>
                  </a:cubicBezTo>
                  <a:cubicBezTo>
                    <a:pt x="4653" y="6348"/>
                    <a:pt x="2538" y="7288"/>
                    <a:pt x="282" y="8548"/>
                  </a:cubicBezTo>
                  <a:lnTo>
                    <a:pt x="282" y="2791"/>
                  </a:lnTo>
                  <a:cubicBezTo>
                    <a:pt x="2575" y="1872"/>
                    <a:pt x="4718" y="1176"/>
                    <a:pt x="6711" y="710"/>
                  </a:cubicBezTo>
                  <a:cubicBezTo>
                    <a:pt x="8704" y="237"/>
                    <a:pt x="10527" y="0"/>
                    <a:pt x="12181" y="0"/>
                  </a:cubicBezTo>
                  <a:cubicBezTo>
                    <a:pt x="16542" y="0"/>
                    <a:pt x="20020" y="1093"/>
                    <a:pt x="22615" y="3272"/>
                  </a:cubicBezTo>
                  <a:cubicBezTo>
                    <a:pt x="25209" y="5450"/>
                    <a:pt x="26506" y="8367"/>
                    <a:pt x="26506" y="12014"/>
                  </a:cubicBezTo>
                  <a:cubicBezTo>
                    <a:pt x="26506" y="13747"/>
                    <a:pt x="26177" y="15390"/>
                    <a:pt x="25519" y="16949"/>
                  </a:cubicBezTo>
                  <a:cubicBezTo>
                    <a:pt x="24880" y="18488"/>
                    <a:pt x="23705" y="20311"/>
                    <a:pt x="21994" y="22421"/>
                  </a:cubicBezTo>
                  <a:cubicBezTo>
                    <a:pt x="21524" y="22963"/>
                    <a:pt x="20030" y="24544"/>
                    <a:pt x="17510" y="27154"/>
                  </a:cubicBezTo>
                  <a:cubicBezTo>
                    <a:pt x="14991" y="29750"/>
                    <a:pt x="11439" y="33384"/>
                    <a:pt x="6852" y="38068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3E76996-B874-DE01-A759-F1B18D507E3C}"/>
                </a:ext>
              </a:extLst>
            </p:cNvPr>
            <p:cNvSpPr/>
            <p:nvPr/>
          </p:nvSpPr>
          <p:spPr>
            <a:xfrm>
              <a:off x="7471528" y="1872338"/>
              <a:ext cx="29099" cy="43677"/>
            </a:xfrm>
            <a:custGeom>
              <a:avLst/>
              <a:gdLst>
                <a:gd name="connsiteX0" fmla="*/ 14550 w 29099"/>
                <a:gd name="connsiteY0" fmla="*/ 4511 h 43677"/>
                <a:gd name="connsiteX1" fmla="*/ 7923 w 29099"/>
                <a:gd name="connsiteY1" fmla="*/ 8854 h 43677"/>
                <a:gd name="connsiteX2" fmla="*/ 5724 w 29099"/>
                <a:gd name="connsiteY2" fmla="*/ 21853 h 43677"/>
                <a:gd name="connsiteX3" fmla="*/ 7923 w 29099"/>
                <a:gd name="connsiteY3" fmla="*/ 34852 h 43677"/>
                <a:gd name="connsiteX4" fmla="*/ 14550 w 29099"/>
                <a:gd name="connsiteY4" fmla="*/ 39166 h 43677"/>
                <a:gd name="connsiteX5" fmla="*/ 21176 w 29099"/>
                <a:gd name="connsiteY5" fmla="*/ 34852 h 43677"/>
                <a:gd name="connsiteX6" fmla="*/ 23404 w 29099"/>
                <a:gd name="connsiteY6" fmla="*/ 21853 h 43677"/>
                <a:gd name="connsiteX7" fmla="*/ 21176 w 29099"/>
                <a:gd name="connsiteY7" fmla="*/ 8854 h 43677"/>
                <a:gd name="connsiteX8" fmla="*/ 14550 w 29099"/>
                <a:gd name="connsiteY8" fmla="*/ 4511 h 43677"/>
                <a:gd name="connsiteX9" fmla="*/ 14550 w 29099"/>
                <a:gd name="connsiteY9" fmla="*/ 0 h 43677"/>
                <a:gd name="connsiteX10" fmla="*/ 25350 w 29099"/>
                <a:gd name="connsiteY10" fmla="*/ 5611 h 43677"/>
                <a:gd name="connsiteX11" fmla="*/ 29099 w 29099"/>
                <a:gd name="connsiteY11" fmla="*/ 21853 h 43677"/>
                <a:gd name="connsiteX12" fmla="*/ 25350 w 29099"/>
                <a:gd name="connsiteY12" fmla="*/ 38095 h 43677"/>
                <a:gd name="connsiteX13" fmla="*/ 14550 w 29099"/>
                <a:gd name="connsiteY13" fmla="*/ 43677 h 43677"/>
                <a:gd name="connsiteX14" fmla="*/ 3722 w 29099"/>
                <a:gd name="connsiteY14" fmla="*/ 38095 h 43677"/>
                <a:gd name="connsiteX15" fmla="*/ 0 w 29099"/>
                <a:gd name="connsiteY15" fmla="*/ 21853 h 43677"/>
                <a:gd name="connsiteX16" fmla="*/ 3722 w 29099"/>
                <a:gd name="connsiteY16" fmla="*/ 5611 h 43677"/>
                <a:gd name="connsiteX17" fmla="*/ 14550 w 29099"/>
                <a:gd name="connsiteY17" fmla="*/ 0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7">
                  <a:moveTo>
                    <a:pt x="14550" y="4511"/>
                  </a:moveTo>
                  <a:cubicBezTo>
                    <a:pt x="11617" y="4511"/>
                    <a:pt x="9408" y="5959"/>
                    <a:pt x="7923" y="8854"/>
                  </a:cubicBezTo>
                  <a:cubicBezTo>
                    <a:pt x="6457" y="11730"/>
                    <a:pt x="5724" y="16063"/>
                    <a:pt x="5724" y="21853"/>
                  </a:cubicBezTo>
                  <a:cubicBezTo>
                    <a:pt x="5724" y="27624"/>
                    <a:pt x="6457" y="31957"/>
                    <a:pt x="7923" y="34852"/>
                  </a:cubicBezTo>
                  <a:cubicBezTo>
                    <a:pt x="9408" y="37728"/>
                    <a:pt x="11617" y="39166"/>
                    <a:pt x="14550" y="39166"/>
                  </a:cubicBezTo>
                  <a:cubicBezTo>
                    <a:pt x="17501" y="39166"/>
                    <a:pt x="19710" y="37728"/>
                    <a:pt x="21176" y="34852"/>
                  </a:cubicBezTo>
                  <a:cubicBezTo>
                    <a:pt x="22661" y="31957"/>
                    <a:pt x="23404" y="27624"/>
                    <a:pt x="23404" y="21853"/>
                  </a:cubicBezTo>
                  <a:cubicBezTo>
                    <a:pt x="23404" y="16063"/>
                    <a:pt x="22661" y="11730"/>
                    <a:pt x="21176" y="8854"/>
                  </a:cubicBezTo>
                  <a:cubicBezTo>
                    <a:pt x="19710" y="5959"/>
                    <a:pt x="17501" y="4511"/>
                    <a:pt x="14550" y="4511"/>
                  </a:cubicBezTo>
                  <a:moveTo>
                    <a:pt x="14550" y="0"/>
                  </a:moveTo>
                  <a:cubicBezTo>
                    <a:pt x="19269" y="0"/>
                    <a:pt x="22868" y="1870"/>
                    <a:pt x="25350" y="5611"/>
                  </a:cubicBezTo>
                  <a:cubicBezTo>
                    <a:pt x="27849" y="9333"/>
                    <a:pt x="29099" y="14747"/>
                    <a:pt x="29099" y="21853"/>
                  </a:cubicBezTo>
                  <a:cubicBezTo>
                    <a:pt x="29099" y="28939"/>
                    <a:pt x="27849" y="34353"/>
                    <a:pt x="25350" y="38095"/>
                  </a:cubicBezTo>
                  <a:cubicBezTo>
                    <a:pt x="22868" y="41817"/>
                    <a:pt x="19269" y="43677"/>
                    <a:pt x="14550" y="43677"/>
                  </a:cubicBezTo>
                  <a:cubicBezTo>
                    <a:pt x="9831" y="43677"/>
                    <a:pt x="6222" y="41817"/>
                    <a:pt x="3722" y="38095"/>
                  </a:cubicBezTo>
                  <a:cubicBezTo>
                    <a:pt x="1240" y="34353"/>
                    <a:pt x="0" y="28939"/>
                    <a:pt x="0" y="21853"/>
                  </a:cubicBezTo>
                  <a:cubicBezTo>
                    <a:pt x="0" y="14747"/>
                    <a:pt x="1240" y="9333"/>
                    <a:pt x="3722" y="5611"/>
                  </a:cubicBezTo>
                  <a:cubicBezTo>
                    <a:pt x="6222" y="1870"/>
                    <a:pt x="9831" y="0"/>
                    <a:pt x="14550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CD1A2E6-7B06-D1C1-FA42-FAEED3E4877A}"/>
                </a:ext>
              </a:extLst>
            </p:cNvPr>
            <p:cNvSpPr/>
            <p:nvPr/>
          </p:nvSpPr>
          <p:spPr>
            <a:xfrm>
              <a:off x="7510638" y="1908036"/>
              <a:ext cx="5950" cy="7162"/>
            </a:xfrm>
            <a:custGeom>
              <a:avLst/>
              <a:gdLst>
                <a:gd name="connsiteX0" fmla="*/ 0 w 5950"/>
                <a:gd name="connsiteY0" fmla="*/ 0 h 7162"/>
                <a:gd name="connsiteX1" fmla="*/ 5950 w 5950"/>
                <a:gd name="connsiteY1" fmla="*/ 0 h 7162"/>
                <a:gd name="connsiteX2" fmla="*/ 5950 w 5950"/>
                <a:gd name="connsiteY2" fmla="*/ 7163 h 7162"/>
                <a:gd name="connsiteX3" fmla="*/ 0 w 5950"/>
                <a:gd name="connsiteY3" fmla="*/ 7163 h 7162"/>
                <a:gd name="connsiteX4" fmla="*/ 0 w 5950"/>
                <a:gd name="connsiteY4" fmla="*/ 0 h 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0" h="7162">
                  <a:moveTo>
                    <a:pt x="0" y="0"/>
                  </a:moveTo>
                  <a:lnTo>
                    <a:pt x="5950" y="0"/>
                  </a:lnTo>
                  <a:lnTo>
                    <a:pt x="5950" y="7163"/>
                  </a:lnTo>
                  <a:lnTo>
                    <a:pt x="0" y="7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0D4262EA-509F-ABD4-78FC-3F22CAD6AC12}"/>
                </a:ext>
              </a:extLst>
            </p:cNvPr>
            <p:cNvSpPr/>
            <p:nvPr/>
          </p:nvSpPr>
          <p:spPr>
            <a:xfrm>
              <a:off x="7525639" y="1873100"/>
              <a:ext cx="30678" cy="42098"/>
            </a:xfrm>
            <a:custGeom>
              <a:avLst/>
              <a:gdLst>
                <a:gd name="connsiteX0" fmla="*/ 19005 w 30678"/>
                <a:gd name="connsiteY0" fmla="*/ 4962 h 42098"/>
                <a:gd name="connsiteX1" fmla="*/ 4624 w 30678"/>
                <a:gd name="connsiteY1" fmla="*/ 27436 h 42098"/>
                <a:gd name="connsiteX2" fmla="*/ 19005 w 30678"/>
                <a:gd name="connsiteY2" fmla="*/ 27436 h 42098"/>
                <a:gd name="connsiteX3" fmla="*/ 19005 w 30678"/>
                <a:gd name="connsiteY3" fmla="*/ 4962 h 42098"/>
                <a:gd name="connsiteX4" fmla="*/ 17510 w 30678"/>
                <a:gd name="connsiteY4" fmla="*/ 0 h 42098"/>
                <a:gd name="connsiteX5" fmla="*/ 24672 w 30678"/>
                <a:gd name="connsiteY5" fmla="*/ 0 h 42098"/>
                <a:gd name="connsiteX6" fmla="*/ 24672 w 30678"/>
                <a:gd name="connsiteY6" fmla="*/ 27436 h 42098"/>
                <a:gd name="connsiteX7" fmla="*/ 30679 w 30678"/>
                <a:gd name="connsiteY7" fmla="*/ 27436 h 42098"/>
                <a:gd name="connsiteX8" fmla="*/ 30679 w 30678"/>
                <a:gd name="connsiteY8" fmla="*/ 32173 h 42098"/>
                <a:gd name="connsiteX9" fmla="*/ 24672 w 30678"/>
                <a:gd name="connsiteY9" fmla="*/ 32173 h 42098"/>
                <a:gd name="connsiteX10" fmla="*/ 24672 w 30678"/>
                <a:gd name="connsiteY10" fmla="*/ 42099 h 42098"/>
                <a:gd name="connsiteX11" fmla="*/ 19005 w 30678"/>
                <a:gd name="connsiteY11" fmla="*/ 42099 h 42098"/>
                <a:gd name="connsiteX12" fmla="*/ 19005 w 30678"/>
                <a:gd name="connsiteY12" fmla="*/ 32173 h 42098"/>
                <a:gd name="connsiteX13" fmla="*/ 0 w 30678"/>
                <a:gd name="connsiteY13" fmla="*/ 32173 h 42098"/>
                <a:gd name="connsiteX14" fmla="*/ 0 w 30678"/>
                <a:gd name="connsiteY14" fmla="*/ 26674 h 42098"/>
                <a:gd name="connsiteX15" fmla="*/ 17510 w 30678"/>
                <a:gd name="connsiteY15" fmla="*/ 0 h 42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78" h="42098">
                  <a:moveTo>
                    <a:pt x="19005" y="4962"/>
                  </a:moveTo>
                  <a:lnTo>
                    <a:pt x="4624" y="27436"/>
                  </a:lnTo>
                  <a:lnTo>
                    <a:pt x="19005" y="27436"/>
                  </a:lnTo>
                  <a:lnTo>
                    <a:pt x="19005" y="4962"/>
                  </a:lnTo>
                  <a:moveTo>
                    <a:pt x="17510" y="0"/>
                  </a:moveTo>
                  <a:lnTo>
                    <a:pt x="24672" y="0"/>
                  </a:lnTo>
                  <a:lnTo>
                    <a:pt x="24672" y="27436"/>
                  </a:lnTo>
                  <a:lnTo>
                    <a:pt x="30679" y="27436"/>
                  </a:lnTo>
                  <a:lnTo>
                    <a:pt x="30679" y="32173"/>
                  </a:lnTo>
                  <a:lnTo>
                    <a:pt x="24672" y="32173"/>
                  </a:lnTo>
                  <a:lnTo>
                    <a:pt x="24672" y="42099"/>
                  </a:lnTo>
                  <a:lnTo>
                    <a:pt x="19005" y="42099"/>
                  </a:lnTo>
                  <a:lnTo>
                    <a:pt x="19005" y="32173"/>
                  </a:lnTo>
                  <a:lnTo>
                    <a:pt x="0" y="32173"/>
                  </a:lnTo>
                  <a:lnTo>
                    <a:pt x="0" y="26674"/>
                  </a:lnTo>
                  <a:lnTo>
                    <a:pt x="1751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774D5A9-7D19-A22E-2551-E1AB32897142}"/>
                </a:ext>
              </a:extLst>
            </p:cNvPr>
            <p:cNvSpPr/>
            <p:nvPr/>
          </p:nvSpPr>
          <p:spPr>
            <a:xfrm>
              <a:off x="7471923" y="1687403"/>
              <a:ext cx="29100" cy="43677"/>
            </a:xfrm>
            <a:custGeom>
              <a:avLst/>
              <a:gdLst>
                <a:gd name="connsiteX0" fmla="*/ 14550 w 29100"/>
                <a:gd name="connsiteY0" fmla="*/ 4511 h 43677"/>
                <a:gd name="connsiteX1" fmla="*/ 7923 w 29100"/>
                <a:gd name="connsiteY1" fmla="*/ 8853 h 43677"/>
                <a:gd name="connsiteX2" fmla="*/ 5725 w 29100"/>
                <a:gd name="connsiteY2" fmla="*/ 21853 h 43677"/>
                <a:gd name="connsiteX3" fmla="*/ 7923 w 29100"/>
                <a:gd name="connsiteY3" fmla="*/ 34852 h 43677"/>
                <a:gd name="connsiteX4" fmla="*/ 14550 w 29100"/>
                <a:gd name="connsiteY4" fmla="*/ 39166 h 43677"/>
                <a:gd name="connsiteX5" fmla="*/ 21177 w 29100"/>
                <a:gd name="connsiteY5" fmla="*/ 34852 h 43677"/>
                <a:gd name="connsiteX6" fmla="*/ 23404 w 29100"/>
                <a:gd name="connsiteY6" fmla="*/ 21853 h 43677"/>
                <a:gd name="connsiteX7" fmla="*/ 21177 w 29100"/>
                <a:gd name="connsiteY7" fmla="*/ 8853 h 43677"/>
                <a:gd name="connsiteX8" fmla="*/ 14550 w 29100"/>
                <a:gd name="connsiteY8" fmla="*/ 4511 h 43677"/>
                <a:gd name="connsiteX9" fmla="*/ 14550 w 29100"/>
                <a:gd name="connsiteY9" fmla="*/ 0 h 43677"/>
                <a:gd name="connsiteX10" fmla="*/ 25350 w 29100"/>
                <a:gd name="connsiteY10" fmla="*/ 5611 h 43677"/>
                <a:gd name="connsiteX11" fmla="*/ 29100 w 29100"/>
                <a:gd name="connsiteY11" fmla="*/ 21853 h 43677"/>
                <a:gd name="connsiteX12" fmla="*/ 25350 w 29100"/>
                <a:gd name="connsiteY12" fmla="*/ 38094 h 43677"/>
                <a:gd name="connsiteX13" fmla="*/ 14550 w 29100"/>
                <a:gd name="connsiteY13" fmla="*/ 43677 h 43677"/>
                <a:gd name="connsiteX14" fmla="*/ 3722 w 29100"/>
                <a:gd name="connsiteY14" fmla="*/ 38094 h 43677"/>
                <a:gd name="connsiteX15" fmla="*/ 0 w 29100"/>
                <a:gd name="connsiteY15" fmla="*/ 21853 h 43677"/>
                <a:gd name="connsiteX16" fmla="*/ 3722 w 29100"/>
                <a:gd name="connsiteY16" fmla="*/ 5611 h 43677"/>
                <a:gd name="connsiteX17" fmla="*/ 14550 w 29100"/>
                <a:gd name="connsiteY17" fmla="*/ 0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100" h="43677">
                  <a:moveTo>
                    <a:pt x="14550" y="4511"/>
                  </a:moveTo>
                  <a:cubicBezTo>
                    <a:pt x="11617" y="4511"/>
                    <a:pt x="9409" y="5958"/>
                    <a:pt x="7923" y="8853"/>
                  </a:cubicBezTo>
                  <a:cubicBezTo>
                    <a:pt x="6457" y="11730"/>
                    <a:pt x="5725" y="16063"/>
                    <a:pt x="5725" y="21853"/>
                  </a:cubicBezTo>
                  <a:cubicBezTo>
                    <a:pt x="5725" y="27624"/>
                    <a:pt x="6457" y="31957"/>
                    <a:pt x="7923" y="34852"/>
                  </a:cubicBezTo>
                  <a:cubicBezTo>
                    <a:pt x="9409" y="37728"/>
                    <a:pt x="11617" y="39166"/>
                    <a:pt x="14550" y="39166"/>
                  </a:cubicBezTo>
                  <a:cubicBezTo>
                    <a:pt x="17501" y="39166"/>
                    <a:pt x="19710" y="37728"/>
                    <a:pt x="21177" y="34852"/>
                  </a:cubicBezTo>
                  <a:cubicBezTo>
                    <a:pt x="22661" y="31957"/>
                    <a:pt x="23404" y="27624"/>
                    <a:pt x="23404" y="21853"/>
                  </a:cubicBezTo>
                  <a:cubicBezTo>
                    <a:pt x="23404" y="16063"/>
                    <a:pt x="22661" y="11730"/>
                    <a:pt x="21177" y="8853"/>
                  </a:cubicBezTo>
                  <a:cubicBezTo>
                    <a:pt x="19710" y="5958"/>
                    <a:pt x="17501" y="4511"/>
                    <a:pt x="14550" y="4511"/>
                  </a:cubicBezTo>
                  <a:moveTo>
                    <a:pt x="14550" y="0"/>
                  </a:moveTo>
                  <a:cubicBezTo>
                    <a:pt x="19269" y="0"/>
                    <a:pt x="22868" y="1870"/>
                    <a:pt x="25350" y="5611"/>
                  </a:cubicBezTo>
                  <a:cubicBezTo>
                    <a:pt x="27850" y="9333"/>
                    <a:pt x="29100" y="14747"/>
                    <a:pt x="29100" y="21853"/>
                  </a:cubicBezTo>
                  <a:cubicBezTo>
                    <a:pt x="29100" y="28939"/>
                    <a:pt x="27850" y="34353"/>
                    <a:pt x="25350" y="38094"/>
                  </a:cubicBezTo>
                  <a:cubicBezTo>
                    <a:pt x="22868" y="41816"/>
                    <a:pt x="19269" y="43677"/>
                    <a:pt x="14550" y="43677"/>
                  </a:cubicBezTo>
                  <a:cubicBezTo>
                    <a:pt x="9831" y="43677"/>
                    <a:pt x="6222" y="41816"/>
                    <a:pt x="3722" y="38094"/>
                  </a:cubicBezTo>
                  <a:cubicBezTo>
                    <a:pt x="1240" y="34353"/>
                    <a:pt x="0" y="28939"/>
                    <a:pt x="0" y="21853"/>
                  </a:cubicBezTo>
                  <a:cubicBezTo>
                    <a:pt x="0" y="14747"/>
                    <a:pt x="1240" y="9333"/>
                    <a:pt x="3722" y="5611"/>
                  </a:cubicBezTo>
                  <a:cubicBezTo>
                    <a:pt x="6222" y="1870"/>
                    <a:pt x="9831" y="0"/>
                    <a:pt x="14550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9326430-E0DE-65BF-C4B1-8057C4D4F8A7}"/>
                </a:ext>
              </a:extLst>
            </p:cNvPr>
            <p:cNvSpPr/>
            <p:nvPr/>
          </p:nvSpPr>
          <p:spPr>
            <a:xfrm>
              <a:off x="7511033" y="1723100"/>
              <a:ext cx="5950" cy="7161"/>
            </a:xfrm>
            <a:custGeom>
              <a:avLst/>
              <a:gdLst>
                <a:gd name="connsiteX0" fmla="*/ 0 w 5950"/>
                <a:gd name="connsiteY0" fmla="*/ 0 h 7161"/>
                <a:gd name="connsiteX1" fmla="*/ 5950 w 5950"/>
                <a:gd name="connsiteY1" fmla="*/ 0 h 7161"/>
                <a:gd name="connsiteX2" fmla="*/ 5950 w 5950"/>
                <a:gd name="connsiteY2" fmla="*/ 7162 h 7161"/>
                <a:gd name="connsiteX3" fmla="*/ 0 w 5950"/>
                <a:gd name="connsiteY3" fmla="*/ 7162 h 7161"/>
                <a:gd name="connsiteX4" fmla="*/ 0 w 5950"/>
                <a:gd name="connsiteY4" fmla="*/ 0 h 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0" h="7161">
                  <a:moveTo>
                    <a:pt x="0" y="0"/>
                  </a:moveTo>
                  <a:lnTo>
                    <a:pt x="5950" y="0"/>
                  </a:lnTo>
                  <a:lnTo>
                    <a:pt x="5950" y="7162"/>
                  </a:lnTo>
                  <a:lnTo>
                    <a:pt x="0" y="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2D2A9CF-09A8-B42E-5A20-79BDD1B08B66}"/>
                </a:ext>
              </a:extLst>
            </p:cNvPr>
            <p:cNvSpPr/>
            <p:nvPr/>
          </p:nvSpPr>
          <p:spPr>
            <a:xfrm>
              <a:off x="7527246" y="1687403"/>
              <a:ext cx="29071" cy="43677"/>
            </a:xfrm>
            <a:custGeom>
              <a:avLst/>
              <a:gdLst>
                <a:gd name="connsiteX0" fmla="*/ 15029 w 29071"/>
                <a:gd name="connsiteY0" fmla="*/ 19540 h 43677"/>
                <a:gd name="connsiteX1" fmla="*/ 8938 w 29071"/>
                <a:gd name="connsiteY1" fmla="*/ 22163 h 43677"/>
                <a:gd name="connsiteX2" fmla="*/ 6711 w 29071"/>
                <a:gd name="connsiteY2" fmla="*/ 29353 h 43677"/>
                <a:gd name="connsiteX3" fmla="*/ 8938 w 29071"/>
                <a:gd name="connsiteY3" fmla="*/ 36543 h 43677"/>
                <a:gd name="connsiteX4" fmla="*/ 15029 w 29071"/>
                <a:gd name="connsiteY4" fmla="*/ 39166 h 43677"/>
                <a:gd name="connsiteX5" fmla="*/ 21092 w 29071"/>
                <a:gd name="connsiteY5" fmla="*/ 36543 h 43677"/>
                <a:gd name="connsiteX6" fmla="*/ 23348 w 29071"/>
                <a:gd name="connsiteY6" fmla="*/ 29353 h 43677"/>
                <a:gd name="connsiteX7" fmla="*/ 21092 w 29071"/>
                <a:gd name="connsiteY7" fmla="*/ 22163 h 43677"/>
                <a:gd name="connsiteX8" fmla="*/ 15029 w 29071"/>
                <a:gd name="connsiteY8" fmla="*/ 19540 h 43677"/>
                <a:gd name="connsiteX9" fmla="*/ 26336 w 29071"/>
                <a:gd name="connsiteY9" fmla="*/ 1691 h 43677"/>
                <a:gd name="connsiteX10" fmla="*/ 26336 w 29071"/>
                <a:gd name="connsiteY10" fmla="*/ 6880 h 43677"/>
                <a:gd name="connsiteX11" fmla="*/ 21994 w 29071"/>
                <a:gd name="connsiteY11" fmla="*/ 5329 h 43677"/>
                <a:gd name="connsiteX12" fmla="*/ 17680 w 29071"/>
                <a:gd name="connsiteY12" fmla="*/ 4793 h 43677"/>
                <a:gd name="connsiteX13" fmla="*/ 9051 w 29071"/>
                <a:gd name="connsiteY13" fmla="*/ 8600 h 43677"/>
                <a:gd name="connsiteX14" fmla="*/ 5667 w 29071"/>
                <a:gd name="connsiteY14" fmla="*/ 20105 h 43677"/>
                <a:gd name="connsiteX15" fmla="*/ 9841 w 29071"/>
                <a:gd name="connsiteY15" fmla="*/ 16354 h 43677"/>
                <a:gd name="connsiteX16" fmla="*/ 15367 w 29071"/>
                <a:gd name="connsiteY16" fmla="*/ 15029 h 43677"/>
                <a:gd name="connsiteX17" fmla="*/ 25377 w 29071"/>
                <a:gd name="connsiteY17" fmla="*/ 18892 h 43677"/>
                <a:gd name="connsiteX18" fmla="*/ 29072 w 29071"/>
                <a:gd name="connsiteY18" fmla="*/ 29353 h 43677"/>
                <a:gd name="connsiteX19" fmla="*/ 25237 w 29071"/>
                <a:gd name="connsiteY19" fmla="*/ 39758 h 43677"/>
                <a:gd name="connsiteX20" fmla="*/ 15029 w 29071"/>
                <a:gd name="connsiteY20" fmla="*/ 43677 h 43677"/>
                <a:gd name="connsiteX21" fmla="*/ 3863 w 29071"/>
                <a:gd name="connsiteY21" fmla="*/ 38094 h 43677"/>
                <a:gd name="connsiteX22" fmla="*/ 0 w 29071"/>
                <a:gd name="connsiteY22" fmla="*/ 21853 h 43677"/>
                <a:gd name="connsiteX23" fmla="*/ 4737 w 29071"/>
                <a:gd name="connsiteY23" fmla="*/ 5949 h 43677"/>
                <a:gd name="connsiteX24" fmla="*/ 17454 w 29071"/>
                <a:gd name="connsiteY24" fmla="*/ 0 h 43677"/>
                <a:gd name="connsiteX25" fmla="*/ 21768 w 29071"/>
                <a:gd name="connsiteY25" fmla="*/ 423 h 43677"/>
                <a:gd name="connsiteX26" fmla="*/ 26336 w 29071"/>
                <a:gd name="connsiteY26" fmla="*/ 1691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071" h="43677">
                  <a:moveTo>
                    <a:pt x="15029" y="19540"/>
                  </a:moveTo>
                  <a:cubicBezTo>
                    <a:pt x="12472" y="19540"/>
                    <a:pt x="10443" y="20414"/>
                    <a:pt x="8938" y="22163"/>
                  </a:cubicBezTo>
                  <a:cubicBezTo>
                    <a:pt x="7454" y="23911"/>
                    <a:pt x="6711" y="26308"/>
                    <a:pt x="6711" y="29353"/>
                  </a:cubicBezTo>
                  <a:cubicBezTo>
                    <a:pt x="6711" y="32380"/>
                    <a:pt x="7454" y="34777"/>
                    <a:pt x="8938" y="36543"/>
                  </a:cubicBezTo>
                  <a:cubicBezTo>
                    <a:pt x="10443" y="38292"/>
                    <a:pt x="12472" y="39166"/>
                    <a:pt x="15029" y="39166"/>
                  </a:cubicBezTo>
                  <a:cubicBezTo>
                    <a:pt x="17586" y="39166"/>
                    <a:pt x="19607" y="38292"/>
                    <a:pt x="21092" y="36543"/>
                  </a:cubicBezTo>
                  <a:cubicBezTo>
                    <a:pt x="22596" y="34777"/>
                    <a:pt x="23348" y="32380"/>
                    <a:pt x="23348" y="29353"/>
                  </a:cubicBezTo>
                  <a:cubicBezTo>
                    <a:pt x="23348" y="26308"/>
                    <a:pt x="22596" y="23911"/>
                    <a:pt x="21092" y="22163"/>
                  </a:cubicBezTo>
                  <a:cubicBezTo>
                    <a:pt x="19607" y="20414"/>
                    <a:pt x="17586" y="19540"/>
                    <a:pt x="15029" y="19540"/>
                  </a:cubicBezTo>
                  <a:moveTo>
                    <a:pt x="26336" y="1691"/>
                  </a:moveTo>
                  <a:lnTo>
                    <a:pt x="26336" y="6880"/>
                  </a:lnTo>
                  <a:cubicBezTo>
                    <a:pt x="24908" y="6203"/>
                    <a:pt x="23460" y="5686"/>
                    <a:pt x="21994" y="5329"/>
                  </a:cubicBezTo>
                  <a:cubicBezTo>
                    <a:pt x="20547" y="4972"/>
                    <a:pt x="19109" y="4793"/>
                    <a:pt x="17680" y="4793"/>
                  </a:cubicBezTo>
                  <a:cubicBezTo>
                    <a:pt x="13920" y="4793"/>
                    <a:pt x="11044" y="6062"/>
                    <a:pt x="9051" y="8600"/>
                  </a:cubicBezTo>
                  <a:cubicBezTo>
                    <a:pt x="7078" y="11138"/>
                    <a:pt x="5949" y="14973"/>
                    <a:pt x="5667" y="20105"/>
                  </a:cubicBezTo>
                  <a:cubicBezTo>
                    <a:pt x="6776" y="18469"/>
                    <a:pt x="8168" y="17219"/>
                    <a:pt x="9841" y="16354"/>
                  </a:cubicBezTo>
                  <a:cubicBezTo>
                    <a:pt x="11514" y="15471"/>
                    <a:pt x="13356" y="15029"/>
                    <a:pt x="15367" y="15029"/>
                  </a:cubicBezTo>
                  <a:cubicBezTo>
                    <a:pt x="19597" y="15029"/>
                    <a:pt x="22934" y="16317"/>
                    <a:pt x="25377" y="18892"/>
                  </a:cubicBezTo>
                  <a:cubicBezTo>
                    <a:pt x="27840" y="21449"/>
                    <a:pt x="29072" y="24935"/>
                    <a:pt x="29072" y="29353"/>
                  </a:cubicBezTo>
                  <a:cubicBezTo>
                    <a:pt x="29072" y="33677"/>
                    <a:pt x="27794" y="37145"/>
                    <a:pt x="25237" y="39758"/>
                  </a:cubicBezTo>
                  <a:cubicBezTo>
                    <a:pt x="22680" y="42371"/>
                    <a:pt x="19277" y="43677"/>
                    <a:pt x="15029" y="43677"/>
                  </a:cubicBezTo>
                  <a:cubicBezTo>
                    <a:pt x="10161" y="43677"/>
                    <a:pt x="6439" y="41816"/>
                    <a:pt x="3863" y="38094"/>
                  </a:cubicBezTo>
                  <a:cubicBezTo>
                    <a:pt x="1288" y="34353"/>
                    <a:pt x="0" y="28939"/>
                    <a:pt x="0" y="21853"/>
                  </a:cubicBezTo>
                  <a:cubicBezTo>
                    <a:pt x="0" y="15198"/>
                    <a:pt x="1579" y="9897"/>
                    <a:pt x="4737" y="5949"/>
                  </a:cubicBezTo>
                  <a:cubicBezTo>
                    <a:pt x="7896" y="1983"/>
                    <a:pt x="12134" y="0"/>
                    <a:pt x="17454" y="0"/>
                  </a:cubicBezTo>
                  <a:cubicBezTo>
                    <a:pt x="18883" y="0"/>
                    <a:pt x="20321" y="141"/>
                    <a:pt x="21768" y="423"/>
                  </a:cubicBezTo>
                  <a:cubicBezTo>
                    <a:pt x="23235" y="704"/>
                    <a:pt x="24757" y="1128"/>
                    <a:pt x="26336" y="1691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D5208DE-0195-96E3-B3A9-85B96C347E6E}"/>
                </a:ext>
              </a:extLst>
            </p:cNvPr>
            <p:cNvSpPr/>
            <p:nvPr/>
          </p:nvSpPr>
          <p:spPr>
            <a:xfrm>
              <a:off x="7472233" y="1502467"/>
              <a:ext cx="29099" cy="43677"/>
            </a:xfrm>
            <a:custGeom>
              <a:avLst/>
              <a:gdLst>
                <a:gd name="connsiteX0" fmla="*/ 14550 w 29099"/>
                <a:gd name="connsiteY0" fmla="*/ 4512 h 43677"/>
                <a:gd name="connsiteX1" fmla="*/ 7923 w 29099"/>
                <a:gd name="connsiteY1" fmla="*/ 8854 h 43677"/>
                <a:gd name="connsiteX2" fmla="*/ 5724 w 29099"/>
                <a:gd name="connsiteY2" fmla="*/ 21853 h 43677"/>
                <a:gd name="connsiteX3" fmla="*/ 7923 w 29099"/>
                <a:gd name="connsiteY3" fmla="*/ 34852 h 43677"/>
                <a:gd name="connsiteX4" fmla="*/ 14550 w 29099"/>
                <a:gd name="connsiteY4" fmla="*/ 39167 h 43677"/>
                <a:gd name="connsiteX5" fmla="*/ 21176 w 29099"/>
                <a:gd name="connsiteY5" fmla="*/ 34852 h 43677"/>
                <a:gd name="connsiteX6" fmla="*/ 23403 w 29099"/>
                <a:gd name="connsiteY6" fmla="*/ 21853 h 43677"/>
                <a:gd name="connsiteX7" fmla="*/ 21176 w 29099"/>
                <a:gd name="connsiteY7" fmla="*/ 8854 h 43677"/>
                <a:gd name="connsiteX8" fmla="*/ 14550 w 29099"/>
                <a:gd name="connsiteY8" fmla="*/ 4512 h 43677"/>
                <a:gd name="connsiteX9" fmla="*/ 14550 w 29099"/>
                <a:gd name="connsiteY9" fmla="*/ 0 h 43677"/>
                <a:gd name="connsiteX10" fmla="*/ 25350 w 29099"/>
                <a:gd name="connsiteY10" fmla="*/ 5612 h 43677"/>
                <a:gd name="connsiteX11" fmla="*/ 29099 w 29099"/>
                <a:gd name="connsiteY11" fmla="*/ 21853 h 43677"/>
                <a:gd name="connsiteX12" fmla="*/ 25350 w 29099"/>
                <a:gd name="connsiteY12" fmla="*/ 38095 h 43677"/>
                <a:gd name="connsiteX13" fmla="*/ 14550 w 29099"/>
                <a:gd name="connsiteY13" fmla="*/ 43678 h 43677"/>
                <a:gd name="connsiteX14" fmla="*/ 3722 w 29099"/>
                <a:gd name="connsiteY14" fmla="*/ 38095 h 43677"/>
                <a:gd name="connsiteX15" fmla="*/ 0 w 29099"/>
                <a:gd name="connsiteY15" fmla="*/ 21853 h 43677"/>
                <a:gd name="connsiteX16" fmla="*/ 3722 w 29099"/>
                <a:gd name="connsiteY16" fmla="*/ 5612 h 43677"/>
                <a:gd name="connsiteX17" fmla="*/ 14550 w 29099"/>
                <a:gd name="connsiteY17" fmla="*/ 0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7">
                  <a:moveTo>
                    <a:pt x="14550" y="4512"/>
                  </a:moveTo>
                  <a:cubicBezTo>
                    <a:pt x="11617" y="4512"/>
                    <a:pt x="9408" y="5959"/>
                    <a:pt x="7923" y="8854"/>
                  </a:cubicBezTo>
                  <a:cubicBezTo>
                    <a:pt x="6457" y="11730"/>
                    <a:pt x="5724" y="16063"/>
                    <a:pt x="5724" y="21853"/>
                  </a:cubicBezTo>
                  <a:cubicBezTo>
                    <a:pt x="5724" y="27624"/>
                    <a:pt x="6457" y="31957"/>
                    <a:pt x="7923" y="34852"/>
                  </a:cubicBezTo>
                  <a:cubicBezTo>
                    <a:pt x="9408" y="37729"/>
                    <a:pt x="11617" y="39167"/>
                    <a:pt x="14550" y="39167"/>
                  </a:cubicBezTo>
                  <a:cubicBezTo>
                    <a:pt x="17501" y="39167"/>
                    <a:pt x="19709" y="37729"/>
                    <a:pt x="21176" y="34852"/>
                  </a:cubicBezTo>
                  <a:cubicBezTo>
                    <a:pt x="22661" y="31957"/>
                    <a:pt x="23403" y="27624"/>
                    <a:pt x="23403" y="21853"/>
                  </a:cubicBezTo>
                  <a:cubicBezTo>
                    <a:pt x="23403" y="16063"/>
                    <a:pt x="22661" y="11730"/>
                    <a:pt x="21176" y="8854"/>
                  </a:cubicBezTo>
                  <a:cubicBezTo>
                    <a:pt x="19709" y="5959"/>
                    <a:pt x="17501" y="4512"/>
                    <a:pt x="14550" y="4512"/>
                  </a:cubicBezTo>
                  <a:moveTo>
                    <a:pt x="14550" y="0"/>
                  </a:moveTo>
                  <a:cubicBezTo>
                    <a:pt x="19268" y="0"/>
                    <a:pt x="22868" y="1870"/>
                    <a:pt x="25350" y="5612"/>
                  </a:cubicBezTo>
                  <a:cubicBezTo>
                    <a:pt x="27849" y="9334"/>
                    <a:pt x="29099" y="14748"/>
                    <a:pt x="29099" y="21853"/>
                  </a:cubicBezTo>
                  <a:cubicBezTo>
                    <a:pt x="29099" y="28940"/>
                    <a:pt x="27849" y="34354"/>
                    <a:pt x="25350" y="38095"/>
                  </a:cubicBezTo>
                  <a:cubicBezTo>
                    <a:pt x="22868" y="41817"/>
                    <a:pt x="19268" y="43678"/>
                    <a:pt x="14550" y="43678"/>
                  </a:cubicBezTo>
                  <a:cubicBezTo>
                    <a:pt x="9831" y="43678"/>
                    <a:pt x="6222" y="41817"/>
                    <a:pt x="3722" y="38095"/>
                  </a:cubicBezTo>
                  <a:cubicBezTo>
                    <a:pt x="1240" y="34354"/>
                    <a:pt x="0" y="28940"/>
                    <a:pt x="0" y="21853"/>
                  </a:cubicBezTo>
                  <a:cubicBezTo>
                    <a:pt x="0" y="14748"/>
                    <a:pt x="1240" y="9334"/>
                    <a:pt x="3722" y="5612"/>
                  </a:cubicBezTo>
                  <a:cubicBezTo>
                    <a:pt x="6222" y="1870"/>
                    <a:pt x="9831" y="0"/>
                    <a:pt x="14550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39D020E-DC0B-81CB-2ADC-5532860CCB83}"/>
                </a:ext>
              </a:extLst>
            </p:cNvPr>
            <p:cNvSpPr/>
            <p:nvPr/>
          </p:nvSpPr>
          <p:spPr>
            <a:xfrm>
              <a:off x="7511343" y="1538165"/>
              <a:ext cx="5949" cy="7161"/>
            </a:xfrm>
            <a:custGeom>
              <a:avLst/>
              <a:gdLst>
                <a:gd name="connsiteX0" fmla="*/ 0 w 5949"/>
                <a:gd name="connsiteY0" fmla="*/ 0 h 7161"/>
                <a:gd name="connsiteX1" fmla="*/ 5949 w 5949"/>
                <a:gd name="connsiteY1" fmla="*/ 0 h 7161"/>
                <a:gd name="connsiteX2" fmla="*/ 5949 w 5949"/>
                <a:gd name="connsiteY2" fmla="*/ 7162 h 7161"/>
                <a:gd name="connsiteX3" fmla="*/ 0 w 5949"/>
                <a:gd name="connsiteY3" fmla="*/ 7162 h 7161"/>
                <a:gd name="connsiteX4" fmla="*/ 0 w 5949"/>
                <a:gd name="connsiteY4" fmla="*/ 0 h 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9" h="7161">
                  <a:moveTo>
                    <a:pt x="0" y="0"/>
                  </a:moveTo>
                  <a:lnTo>
                    <a:pt x="5949" y="0"/>
                  </a:lnTo>
                  <a:lnTo>
                    <a:pt x="5949" y="7162"/>
                  </a:lnTo>
                  <a:lnTo>
                    <a:pt x="0" y="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2FD48AE-4C3B-E276-17A7-4682C1903D9B}"/>
                </a:ext>
              </a:extLst>
            </p:cNvPr>
            <p:cNvSpPr/>
            <p:nvPr/>
          </p:nvSpPr>
          <p:spPr>
            <a:xfrm>
              <a:off x="7527444" y="1502467"/>
              <a:ext cx="28873" cy="43677"/>
            </a:xfrm>
            <a:custGeom>
              <a:avLst/>
              <a:gdLst>
                <a:gd name="connsiteX0" fmla="*/ 14437 w 28873"/>
                <a:gd name="connsiteY0" fmla="*/ 22868 h 43677"/>
                <a:gd name="connsiteX1" fmla="*/ 8036 w 28873"/>
                <a:gd name="connsiteY1" fmla="*/ 25040 h 43677"/>
                <a:gd name="connsiteX2" fmla="*/ 5724 w 28873"/>
                <a:gd name="connsiteY2" fmla="*/ 31017 h 43677"/>
                <a:gd name="connsiteX3" fmla="*/ 8036 w 28873"/>
                <a:gd name="connsiteY3" fmla="*/ 36995 h 43677"/>
                <a:gd name="connsiteX4" fmla="*/ 14437 w 28873"/>
                <a:gd name="connsiteY4" fmla="*/ 39167 h 43677"/>
                <a:gd name="connsiteX5" fmla="*/ 20838 w 28873"/>
                <a:gd name="connsiteY5" fmla="*/ 36995 h 43677"/>
                <a:gd name="connsiteX6" fmla="*/ 23178 w 28873"/>
                <a:gd name="connsiteY6" fmla="*/ 31017 h 43677"/>
                <a:gd name="connsiteX7" fmla="*/ 20838 w 28873"/>
                <a:gd name="connsiteY7" fmla="*/ 25040 h 43677"/>
                <a:gd name="connsiteX8" fmla="*/ 14437 w 28873"/>
                <a:gd name="connsiteY8" fmla="*/ 22868 h 43677"/>
                <a:gd name="connsiteX9" fmla="*/ 8741 w 28873"/>
                <a:gd name="connsiteY9" fmla="*/ 20444 h 43677"/>
                <a:gd name="connsiteX10" fmla="*/ 3017 w 28873"/>
                <a:gd name="connsiteY10" fmla="*/ 17032 h 43677"/>
                <a:gd name="connsiteX11" fmla="*/ 986 w 28873"/>
                <a:gd name="connsiteY11" fmla="*/ 10912 h 43677"/>
                <a:gd name="connsiteX12" fmla="*/ 4568 w 28873"/>
                <a:gd name="connsiteY12" fmla="*/ 2933 h 43677"/>
                <a:gd name="connsiteX13" fmla="*/ 14437 w 28873"/>
                <a:gd name="connsiteY13" fmla="*/ 0 h 43677"/>
                <a:gd name="connsiteX14" fmla="*/ 24306 w 28873"/>
                <a:gd name="connsiteY14" fmla="*/ 2933 h 43677"/>
                <a:gd name="connsiteX15" fmla="*/ 27887 w 28873"/>
                <a:gd name="connsiteY15" fmla="*/ 10912 h 43677"/>
                <a:gd name="connsiteX16" fmla="*/ 25829 w 28873"/>
                <a:gd name="connsiteY16" fmla="*/ 17032 h 43677"/>
                <a:gd name="connsiteX17" fmla="*/ 20161 w 28873"/>
                <a:gd name="connsiteY17" fmla="*/ 20444 h 43677"/>
                <a:gd name="connsiteX18" fmla="*/ 26562 w 28873"/>
                <a:gd name="connsiteY18" fmla="*/ 24193 h 43677"/>
                <a:gd name="connsiteX19" fmla="*/ 28874 w 28873"/>
                <a:gd name="connsiteY19" fmla="*/ 31017 h 43677"/>
                <a:gd name="connsiteX20" fmla="*/ 25123 w 28873"/>
                <a:gd name="connsiteY20" fmla="*/ 40407 h 43677"/>
                <a:gd name="connsiteX21" fmla="*/ 14437 w 28873"/>
                <a:gd name="connsiteY21" fmla="*/ 43678 h 43677"/>
                <a:gd name="connsiteX22" fmla="*/ 3722 w 28873"/>
                <a:gd name="connsiteY22" fmla="*/ 40407 h 43677"/>
                <a:gd name="connsiteX23" fmla="*/ 0 w 28873"/>
                <a:gd name="connsiteY23" fmla="*/ 31017 h 43677"/>
                <a:gd name="connsiteX24" fmla="*/ 2312 w 28873"/>
                <a:gd name="connsiteY24" fmla="*/ 24193 h 43677"/>
                <a:gd name="connsiteX25" fmla="*/ 8741 w 28873"/>
                <a:gd name="connsiteY25" fmla="*/ 20444 h 43677"/>
                <a:gd name="connsiteX26" fmla="*/ 6654 w 28873"/>
                <a:gd name="connsiteY26" fmla="*/ 11448 h 43677"/>
                <a:gd name="connsiteX27" fmla="*/ 8684 w 28873"/>
                <a:gd name="connsiteY27" fmla="*/ 16552 h 43677"/>
                <a:gd name="connsiteX28" fmla="*/ 14437 w 28873"/>
                <a:gd name="connsiteY28" fmla="*/ 18385 h 43677"/>
                <a:gd name="connsiteX29" fmla="*/ 20161 w 28873"/>
                <a:gd name="connsiteY29" fmla="*/ 16552 h 43677"/>
                <a:gd name="connsiteX30" fmla="*/ 22247 w 28873"/>
                <a:gd name="connsiteY30" fmla="*/ 11448 h 43677"/>
                <a:gd name="connsiteX31" fmla="*/ 20161 w 28873"/>
                <a:gd name="connsiteY31" fmla="*/ 6345 h 43677"/>
                <a:gd name="connsiteX32" fmla="*/ 14437 w 28873"/>
                <a:gd name="connsiteY32" fmla="*/ 4512 h 43677"/>
                <a:gd name="connsiteX33" fmla="*/ 8684 w 28873"/>
                <a:gd name="connsiteY33" fmla="*/ 6345 h 43677"/>
                <a:gd name="connsiteX34" fmla="*/ 6654 w 28873"/>
                <a:gd name="connsiteY34" fmla="*/ 11448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8873" h="43677">
                  <a:moveTo>
                    <a:pt x="14437" y="22868"/>
                  </a:moveTo>
                  <a:cubicBezTo>
                    <a:pt x="11730" y="22868"/>
                    <a:pt x="9596" y="23592"/>
                    <a:pt x="8036" y="25040"/>
                  </a:cubicBezTo>
                  <a:cubicBezTo>
                    <a:pt x="6494" y="26487"/>
                    <a:pt x="5724" y="28480"/>
                    <a:pt x="5724" y="31017"/>
                  </a:cubicBezTo>
                  <a:cubicBezTo>
                    <a:pt x="5724" y="33555"/>
                    <a:pt x="6494" y="35548"/>
                    <a:pt x="8036" y="36995"/>
                  </a:cubicBezTo>
                  <a:cubicBezTo>
                    <a:pt x="9596" y="38443"/>
                    <a:pt x="11730" y="39167"/>
                    <a:pt x="14437" y="39167"/>
                  </a:cubicBezTo>
                  <a:cubicBezTo>
                    <a:pt x="17144" y="39167"/>
                    <a:pt x="19278" y="38443"/>
                    <a:pt x="20838" y="36995"/>
                  </a:cubicBezTo>
                  <a:cubicBezTo>
                    <a:pt x="22398" y="35529"/>
                    <a:pt x="23178" y="33536"/>
                    <a:pt x="23178" y="31017"/>
                  </a:cubicBezTo>
                  <a:cubicBezTo>
                    <a:pt x="23178" y="28480"/>
                    <a:pt x="22398" y="26487"/>
                    <a:pt x="20838" y="25040"/>
                  </a:cubicBezTo>
                  <a:cubicBezTo>
                    <a:pt x="19296" y="23592"/>
                    <a:pt x="17162" y="22868"/>
                    <a:pt x="14437" y="22868"/>
                  </a:cubicBezTo>
                  <a:moveTo>
                    <a:pt x="8741" y="20444"/>
                  </a:moveTo>
                  <a:cubicBezTo>
                    <a:pt x="6297" y="19842"/>
                    <a:pt x="4389" y="18704"/>
                    <a:pt x="3017" y="17032"/>
                  </a:cubicBezTo>
                  <a:cubicBezTo>
                    <a:pt x="1663" y="15359"/>
                    <a:pt x="986" y="13319"/>
                    <a:pt x="986" y="10912"/>
                  </a:cubicBezTo>
                  <a:cubicBezTo>
                    <a:pt x="986" y="7548"/>
                    <a:pt x="2180" y="4888"/>
                    <a:pt x="4568" y="2933"/>
                  </a:cubicBezTo>
                  <a:cubicBezTo>
                    <a:pt x="6974" y="977"/>
                    <a:pt x="10264" y="0"/>
                    <a:pt x="14437" y="0"/>
                  </a:cubicBezTo>
                  <a:cubicBezTo>
                    <a:pt x="18629" y="0"/>
                    <a:pt x="21919" y="977"/>
                    <a:pt x="24306" y="2933"/>
                  </a:cubicBezTo>
                  <a:cubicBezTo>
                    <a:pt x="26693" y="4888"/>
                    <a:pt x="27887" y="7548"/>
                    <a:pt x="27887" y="10912"/>
                  </a:cubicBezTo>
                  <a:cubicBezTo>
                    <a:pt x="27887" y="13319"/>
                    <a:pt x="27201" y="15359"/>
                    <a:pt x="25829" y="17032"/>
                  </a:cubicBezTo>
                  <a:cubicBezTo>
                    <a:pt x="24475" y="18704"/>
                    <a:pt x="22586" y="19842"/>
                    <a:pt x="20161" y="20444"/>
                  </a:cubicBezTo>
                  <a:cubicBezTo>
                    <a:pt x="22906" y="21083"/>
                    <a:pt x="25039" y="22333"/>
                    <a:pt x="26562" y="24193"/>
                  </a:cubicBezTo>
                  <a:cubicBezTo>
                    <a:pt x="28103" y="26055"/>
                    <a:pt x="28874" y="28330"/>
                    <a:pt x="28874" y="31017"/>
                  </a:cubicBezTo>
                  <a:cubicBezTo>
                    <a:pt x="28874" y="35097"/>
                    <a:pt x="27624" y="38226"/>
                    <a:pt x="25123" y="40407"/>
                  </a:cubicBezTo>
                  <a:cubicBezTo>
                    <a:pt x="22642" y="42588"/>
                    <a:pt x="19080" y="43678"/>
                    <a:pt x="14437" y="43678"/>
                  </a:cubicBezTo>
                  <a:cubicBezTo>
                    <a:pt x="9793" y="43678"/>
                    <a:pt x="6222" y="42588"/>
                    <a:pt x="3722" y="40407"/>
                  </a:cubicBezTo>
                  <a:cubicBezTo>
                    <a:pt x="1240" y="38226"/>
                    <a:pt x="0" y="35097"/>
                    <a:pt x="0" y="31017"/>
                  </a:cubicBezTo>
                  <a:cubicBezTo>
                    <a:pt x="0" y="28330"/>
                    <a:pt x="771" y="26055"/>
                    <a:pt x="2312" y="24193"/>
                  </a:cubicBezTo>
                  <a:cubicBezTo>
                    <a:pt x="3853" y="22333"/>
                    <a:pt x="5996" y="21083"/>
                    <a:pt x="8741" y="20444"/>
                  </a:cubicBezTo>
                  <a:moveTo>
                    <a:pt x="6654" y="11448"/>
                  </a:moveTo>
                  <a:cubicBezTo>
                    <a:pt x="6654" y="13629"/>
                    <a:pt x="7331" y="15330"/>
                    <a:pt x="8684" y="16552"/>
                  </a:cubicBezTo>
                  <a:cubicBezTo>
                    <a:pt x="10057" y="17774"/>
                    <a:pt x="11975" y="18385"/>
                    <a:pt x="14437" y="18385"/>
                  </a:cubicBezTo>
                  <a:cubicBezTo>
                    <a:pt x="16881" y="18385"/>
                    <a:pt x="18788" y="17774"/>
                    <a:pt x="20161" y="16552"/>
                  </a:cubicBezTo>
                  <a:cubicBezTo>
                    <a:pt x="21552" y="15330"/>
                    <a:pt x="22247" y="13629"/>
                    <a:pt x="22247" y="11448"/>
                  </a:cubicBezTo>
                  <a:cubicBezTo>
                    <a:pt x="22247" y="9268"/>
                    <a:pt x="21552" y="7566"/>
                    <a:pt x="20161" y="6345"/>
                  </a:cubicBezTo>
                  <a:cubicBezTo>
                    <a:pt x="18788" y="5123"/>
                    <a:pt x="16881" y="4512"/>
                    <a:pt x="14437" y="4512"/>
                  </a:cubicBezTo>
                  <a:cubicBezTo>
                    <a:pt x="11975" y="4512"/>
                    <a:pt x="10057" y="5123"/>
                    <a:pt x="8684" y="6345"/>
                  </a:cubicBezTo>
                  <a:cubicBezTo>
                    <a:pt x="7331" y="7566"/>
                    <a:pt x="6654" y="9268"/>
                    <a:pt x="6654" y="11448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5EC953A2-DDF1-6EAE-237B-8A98D957A4DC}"/>
                </a:ext>
              </a:extLst>
            </p:cNvPr>
            <p:cNvSpPr/>
            <p:nvPr/>
          </p:nvSpPr>
          <p:spPr>
            <a:xfrm>
              <a:off x="7474658" y="1318294"/>
              <a:ext cx="25067" cy="42098"/>
            </a:xfrm>
            <a:custGeom>
              <a:avLst/>
              <a:gdLst>
                <a:gd name="connsiteX0" fmla="*/ 817 w 25067"/>
                <a:gd name="connsiteY0" fmla="*/ 37305 h 42098"/>
                <a:gd name="connsiteX1" fmla="*/ 10122 w 25067"/>
                <a:gd name="connsiteY1" fmla="*/ 37305 h 42098"/>
                <a:gd name="connsiteX2" fmla="*/ 10122 w 25067"/>
                <a:gd name="connsiteY2" fmla="*/ 5188 h 42098"/>
                <a:gd name="connsiteX3" fmla="*/ 0 w 25067"/>
                <a:gd name="connsiteY3" fmla="*/ 7218 h 42098"/>
                <a:gd name="connsiteX4" fmla="*/ 0 w 25067"/>
                <a:gd name="connsiteY4" fmla="*/ 2030 h 42098"/>
                <a:gd name="connsiteX5" fmla="*/ 10066 w 25067"/>
                <a:gd name="connsiteY5" fmla="*/ 0 h 42098"/>
                <a:gd name="connsiteX6" fmla="*/ 15762 w 25067"/>
                <a:gd name="connsiteY6" fmla="*/ 0 h 42098"/>
                <a:gd name="connsiteX7" fmla="*/ 15762 w 25067"/>
                <a:gd name="connsiteY7" fmla="*/ 37305 h 42098"/>
                <a:gd name="connsiteX8" fmla="*/ 25067 w 25067"/>
                <a:gd name="connsiteY8" fmla="*/ 37305 h 42098"/>
                <a:gd name="connsiteX9" fmla="*/ 25067 w 25067"/>
                <a:gd name="connsiteY9" fmla="*/ 42099 h 42098"/>
                <a:gd name="connsiteX10" fmla="*/ 817 w 25067"/>
                <a:gd name="connsiteY10" fmla="*/ 42099 h 42098"/>
                <a:gd name="connsiteX11" fmla="*/ 817 w 25067"/>
                <a:gd name="connsiteY11" fmla="*/ 37305 h 42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067" h="42098">
                  <a:moveTo>
                    <a:pt x="817" y="37305"/>
                  </a:moveTo>
                  <a:lnTo>
                    <a:pt x="10122" y="37305"/>
                  </a:lnTo>
                  <a:lnTo>
                    <a:pt x="10122" y="5188"/>
                  </a:lnTo>
                  <a:lnTo>
                    <a:pt x="0" y="7218"/>
                  </a:lnTo>
                  <a:lnTo>
                    <a:pt x="0" y="2030"/>
                  </a:lnTo>
                  <a:lnTo>
                    <a:pt x="10066" y="0"/>
                  </a:lnTo>
                  <a:lnTo>
                    <a:pt x="15762" y="0"/>
                  </a:lnTo>
                  <a:lnTo>
                    <a:pt x="15762" y="37305"/>
                  </a:lnTo>
                  <a:lnTo>
                    <a:pt x="25067" y="37305"/>
                  </a:lnTo>
                  <a:lnTo>
                    <a:pt x="25067" y="42099"/>
                  </a:lnTo>
                  <a:lnTo>
                    <a:pt x="817" y="42099"/>
                  </a:lnTo>
                  <a:lnTo>
                    <a:pt x="817" y="37305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E3B0594-ACD1-FAB9-9778-1475163F7660}"/>
                </a:ext>
              </a:extLst>
            </p:cNvPr>
            <p:cNvSpPr/>
            <p:nvPr/>
          </p:nvSpPr>
          <p:spPr>
            <a:xfrm>
              <a:off x="7511230" y="1353230"/>
              <a:ext cx="5949" cy="7162"/>
            </a:xfrm>
            <a:custGeom>
              <a:avLst/>
              <a:gdLst>
                <a:gd name="connsiteX0" fmla="*/ 0 w 5949"/>
                <a:gd name="connsiteY0" fmla="*/ 0 h 7162"/>
                <a:gd name="connsiteX1" fmla="*/ 5949 w 5949"/>
                <a:gd name="connsiteY1" fmla="*/ 0 h 7162"/>
                <a:gd name="connsiteX2" fmla="*/ 5949 w 5949"/>
                <a:gd name="connsiteY2" fmla="*/ 7162 h 7162"/>
                <a:gd name="connsiteX3" fmla="*/ 0 w 5949"/>
                <a:gd name="connsiteY3" fmla="*/ 7162 h 7162"/>
                <a:gd name="connsiteX4" fmla="*/ 0 w 5949"/>
                <a:gd name="connsiteY4" fmla="*/ 0 h 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9" h="7162">
                  <a:moveTo>
                    <a:pt x="0" y="0"/>
                  </a:moveTo>
                  <a:lnTo>
                    <a:pt x="5949" y="0"/>
                  </a:lnTo>
                  <a:lnTo>
                    <a:pt x="5949" y="7162"/>
                  </a:lnTo>
                  <a:lnTo>
                    <a:pt x="0" y="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43F89B8-20DB-7D57-C20B-FD82B4AEC613}"/>
                </a:ext>
              </a:extLst>
            </p:cNvPr>
            <p:cNvSpPr/>
            <p:nvPr/>
          </p:nvSpPr>
          <p:spPr>
            <a:xfrm>
              <a:off x="7527218" y="1317532"/>
              <a:ext cx="29099" cy="43677"/>
            </a:xfrm>
            <a:custGeom>
              <a:avLst/>
              <a:gdLst>
                <a:gd name="connsiteX0" fmla="*/ 14549 w 29099"/>
                <a:gd name="connsiteY0" fmla="*/ 4512 h 43677"/>
                <a:gd name="connsiteX1" fmla="*/ 7923 w 29099"/>
                <a:gd name="connsiteY1" fmla="*/ 8854 h 43677"/>
                <a:gd name="connsiteX2" fmla="*/ 5724 w 29099"/>
                <a:gd name="connsiteY2" fmla="*/ 21853 h 43677"/>
                <a:gd name="connsiteX3" fmla="*/ 7923 w 29099"/>
                <a:gd name="connsiteY3" fmla="*/ 34852 h 43677"/>
                <a:gd name="connsiteX4" fmla="*/ 14549 w 29099"/>
                <a:gd name="connsiteY4" fmla="*/ 39166 h 43677"/>
                <a:gd name="connsiteX5" fmla="*/ 21176 w 29099"/>
                <a:gd name="connsiteY5" fmla="*/ 34852 h 43677"/>
                <a:gd name="connsiteX6" fmla="*/ 23403 w 29099"/>
                <a:gd name="connsiteY6" fmla="*/ 21853 h 43677"/>
                <a:gd name="connsiteX7" fmla="*/ 21176 w 29099"/>
                <a:gd name="connsiteY7" fmla="*/ 8854 h 43677"/>
                <a:gd name="connsiteX8" fmla="*/ 14549 w 29099"/>
                <a:gd name="connsiteY8" fmla="*/ 4512 h 43677"/>
                <a:gd name="connsiteX9" fmla="*/ 14549 w 29099"/>
                <a:gd name="connsiteY9" fmla="*/ 0 h 43677"/>
                <a:gd name="connsiteX10" fmla="*/ 25349 w 29099"/>
                <a:gd name="connsiteY10" fmla="*/ 5611 h 43677"/>
                <a:gd name="connsiteX11" fmla="*/ 29099 w 29099"/>
                <a:gd name="connsiteY11" fmla="*/ 21853 h 43677"/>
                <a:gd name="connsiteX12" fmla="*/ 25349 w 29099"/>
                <a:gd name="connsiteY12" fmla="*/ 38095 h 43677"/>
                <a:gd name="connsiteX13" fmla="*/ 14549 w 29099"/>
                <a:gd name="connsiteY13" fmla="*/ 43678 h 43677"/>
                <a:gd name="connsiteX14" fmla="*/ 3722 w 29099"/>
                <a:gd name="connsiteY14" fmla="*/ 38095 h 43677"/>
                <a:gd name="connsiteX15" fmla="*/ 0 w 29099"/>
                <a:gd name="connsiteY15" fmla="*/ 21853 h 43677"/>
                <a:gd name="connsiteX16" fmla="*/ 3722 w 29099"/>
                <a:gd name="connsiteY16" fmla="*/ 5611 h 43677"/>
                <a:gd name="connsiteX17" fmla="*/ 14549 w 29099"/>
                <a:gd name="connsiteY17" fmla="*/ 0 h 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99" h="43677">
                  <a:moveTo>
                    <a:pt x="14549" y="4512"/>
                  </a:moveTo>
                  <a:cubicBezTo>
                    <a:pt x="11617" y="4512"/>
                    <a:pt x="9408" y="5959"/>
                    <a:pt x="7923" y="8854"/>
                  </a:cubicBezTo>
                  <a:cubicBezTo>
                    <a:pt x="6457" y="11730"/>
                    <a:pt x="5724" y="16063"/>
                    <a:pt x="5724" y="21853"/>
                  </a:cubicBezTo>
                  <a:cubicBezTo>
                    <a:pt x="5724" y="27624"/>
                    <a:pt x="6457" y="31957"/>
                    <a:pt x="7923" y="34852"/>
                  </a:cubicBezTo>
                  <a:cubicBezTo>
                    <a:pt x="9408" y="37728"/>
                    <a:pt x="11617" y="39166"/>
                    <a:pt x="14549" y="39166"/>
                  </a:cubicBezTo>
                  <a:cubicBezTo>
                    <a:pt x="17501" y="39166"/>
                    <a:pt x="19709" y="37728"/>
                    <a:pt x="21176" y="34852"/>
                  </a:cubicBezTo>
                  <a:cubicBezTo>
                    <a:pt x="22661" y="31957"/>
                    <a:pt x="23403" y="27624"/>
                    <a:pt x="23403" y="21853"/>
                  </a:cubicBezTo>
                  <a:cubicBezTo>
                    <a:pt x="23403" y="16063"/>
                    <a:pt x="22661" y="11730"/>
                    <a:pt x="21176" y="8854"/>
                  </a:cubicBezTo>
                  <a:cubicBezTo>
                    <a:pt x="19709" y="5959"/>
                    <a:pt x="17501" y="4512"/>
                    <a:pt x="14549" y="4512"/>
                  </a:cubicBezTo>
                  <a:moveTo>
                    <a:pt x="14549" y="0"/>
                  </a:moveTo>
                  <a:cubicBezTo>
                    <a:pt x="19268" y="0"/>
                    <a:pt x="22867" y="1870"/>
                    <a:pt x="25349" y="5611"/>
                  </a:cubicBezTo>
                  <a:cubicBezTo>
                    <a:pt x="27849" y="9333"/>
                    <a:pt x="29099" y="14747"/>
                    <a:pt x="29099" y="21853"/>
                  </a:cubicBezTo>
                  <a:cubicBezTo>
                    <a:pt x="29099" y="28940"/>
                    <a:pt x="27849" y="34354"/>
                    <a:pt x="25349" y="38095"/>
                  </a:cubicBezTo>
                  <a:cubicBezTo>
                    <a:pt x="22867" y="41817"/>
                    <a:pt x="19268" y="43678"/>
                    <a:pt x="14549" y="43678"/>
                  </a:cubicBezTo>
                  <a:cubicBezTo>
                    <a:pt x="9831" y="43678"/>
                    <a:pt x="6222" y="41817"/>
                    <a:pt x="3722" y="38095"/>
                  </a:cubicBezTo>
                  <a:cubicBezTo>
                    <a:pt x="1240" y="34354"/>
                    <a:pt x="0" y="28940"/>
                    <a:pt x="0" y="21853"/>
                  </a:cubicBezTo>
                  <a:cubicBezTo>
                    <a:pt x="0" y="14747"/>
                    <a:pt x="1240" y="9333"/>
                    <a:pt x="3722" y="5611"/>
                  </a:cubicBezTo>
                  <a:cubicBezTo>
                    <a:pt x="6222" y="1870"/>
                    <a:pt x="9831" y="0"/>
                    <a:pt x="14549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61776BC-2726-A0F5-ABAE-F0862A559305}"/>
                </a:ext>
              </a:extLst>
            </p:cNvPr>
            <p:cNvSpPr/>
            <p:nvPr/>
          </p:nvSpPr>
          <p:spPr>
            <a:xfrm>
              <a:off x="7404629" y="1833878"/>
              <a:ext cx="43205" cy="30650"/>
            </a:xfrm>
            <a:custGeom>
              <a:avLst/>
              <a:gdLst>
                <a:gd name="connsiteX0" fmla="*/ 3130 w 43205"/>
                <a:gd name="connsiteY0" fmla="*/ 0 h 30650"/>
                <a:gd name="connsiteX1" fmla="*/ 4337 w 43205"/>
                <a:gd name="connsiteY1" fmla="*/ 196 h 30650"/>
                <a:gd name="connsiteX2" fmla="*/ 33977 w 43205"/>
                <a:gd name="connsiteY2" fmla="*/ 7630 h 30650"/>
                <a:gd name="connsiteX3" fmla="*/ 37107 w 43205"/>
                <a:gd name="connsiteY3" fmla="*/ 9130 h 30650"/>
                <a:gd name="connsiteX4" fmla="*/ 40075 w 43205"/>
                <a:gd name="connsiteY4" fmla="*/ 11934 h 30650"/>
                <a:gd name="connsiteX5" fmla="*/ 42325 w 43205"/>
                <a:gd name="connsiteY5" fmla="*/ 16239 h 30650"/>
                <a:gd name="connsiteX6" fmla="*/ 43205 w 43205"/>
                <a:gd name="connsiteY6" fmla="*/ 21782 h 30650"/>
                <a:gd name="connsiteX7" fmla="*/ 42194 w 43205"/>
                <a:gd name="connsiteY7" fmla="*/ 28597 h 30650"/>
                <a:gd name="connsiteX8" fmla="*/ 39129 w 43205"/>
                <a:gd name="connsiteY8" fmla="*/ 30651 h 30650"/>
                <a:gd name="connsiteX9" fmla="*/ 36260 w 43205"/>
                <a:gd name="connsiteY9" fmla="*/ 29510 h 30650"/>
                <a:gd name="connsiteX10" fmla="*/ 35249 w 43205"/>
                <a:gd name="connsiteY10" fmla="*/ 27064 h 30650"/>
                <a:gd name="connsiteX11" fmla="*/ 35966 w 43205"/>
                <a:gd name="connsiteY11" fmla="*/ 25173 h 30650"/>
                <a:gd name="connsiteX12" fmla="*/ 37597 w 43205"/>
                <a:gd name="connsiteY12" fmla="*/ 24521 h 30650"/>
                <a:gd name="connsiteX13" fmla="*/ 39618 w 43205"/>
                <a:gd name="connsiteY13" fmla="*/ 25206 h 30650"/>
                <a:gd name="connsiteX14" fmla="*/ 41053 w 43205"/>
                <a:gd name="connsiteY14" fmla="*/ 27260 h 30650"/>
                <a:gd name="connsiteX15" fmla="*/ 41738 w 43205"/>
                <a:gd name="connsiteY15" fmla="*/ 21912 h 30650"/>
                <a:gd name="connsiteX16" fmla="*/ 34662 w 43205"/>
                <a:gd name="connsiteY16" fmla="*/ 12358 h 30650"/>
                <a:gd name="connsiteX17" fmla="*/ 34531 w 43205"/>
                <a:gd name="connsiteY17" fmla="*/ 12293 h 30650"/>
                <a:gd name="connsiteX18" fmla="*/ 25695 w 43205"/>
                <a:gd name="connsiteY18" fmla="*/ 10076 h 30650"/>
                <a:gd name="connsiteX19" fmla="*/ 25630 w 43205"/>
                <a:gd name="connsiteY19" fmla="*/ 10174 h 30650"/>
                <a:gd name="connsiteX20" fmla="*/ 27032 w 43205"/>
                <a:gd name="connsiteY20" fmla="*/ 11608 h 30650"/>
                <a:gd name="connsiteX21" fmla="*/ 28629 w 43205"/>
                <a:gd name="connsiteY21" fmla="*/ 14282 h 30650"/>
                <a:gd name="connsiteX22" fmla="*/ 29510 w 43205"/>
                <a:gd name="connsiteY22" fmla="*/ 17902 h 30650"/>
                <a:gd name="connsiteX23" fmla="*/ 26640 w 43205"/>
                <a:gd name="connsiteY23" fmla="*/ 24228 h 30650"/>
                <a:gd name="connsiteX24" fmla="*/ 18945 w 43205"/>
                <a:gd name="connsiteY24" fmla="*/ 26771 h 30650"/>
                <a:gd name="connsiteX25" fmla="*/ 11967 w 43205"/>
                <a:gd name="connsiteY25" fmla="*/ 25369 h 30650"/>
                <a:gd name="connsiteX26" fmla="*/ 5869 w 43205"/>
                <a:gd name="connsiteY26" fmla="*/ 21717 h 30650"/>
                <a:gd name="connsiteX27" fmla="*/ 1630 w 43205"/>
                <a:gd name="connsiteY27" fmla="*/ 16597 h 30650"/>
                <a:gd name="connsiteX28" fmla="*/ 0 w 43205"/>
                <a:gd name="connsiteY28" fmla="*/ 10891 h 30650"/>
                <a:gd name="connsiteX29" fmla="*/ 1174 w 43205"/>
                <a:gd name="connsiteY29" fmla="*/ 7272 h 30650"/>
                <a:gd name="connsiteX30" fmla="*/ 4206 w 43205"/>
                <a:gd name="connsiteY30" fmla="*/ 4696 h 30650"/>
                <a:gd name="connsiteX31" fmla="*/ 1989 w 43205"/>
                <a:gd name="connsiteY31" fmla="*/ 3652 h 30650"/>
                <a:gd name="connsiteX32" fmla="*/ 1337 w 43205"/>
                <a:gd name="connsiteY32" fmla="*/ 1957 h 30650"/>
                <a:gd name="connsiteX33" fmla="*/ 1826 w 43205"/>
                <a:gd name="connsiteY33" fmla="*/ 555 h 30650"/>
                <a:gd name="connsiteX34" fmla="*/ 3130 w 43205"/>
                <a:gd name="connsiteY34" fmla="*/ 0 h 30650"/>
                <a:gd name="connsiteX35" fmla="*/ 7206 w 43205"/>
                <a:gd name="connsiteY35" fmla="*/ 5478 h 30650"/>
                <a:gd name="connsiteX36" fmla="*/ 6489 w 43205"/>
                <a:gd name="connsiteY36" fmla="*/ 5609 h 30650"/>
                <a:gd name="connsiteX37" fmla="*/ 5054 w 43205"/>
                <a:gd name="connsiteY37" fmla="*/ 6130 h 30650"/>
                <a:gd name="connsiteX38" fmla="*/ 3391 w 43205"/>
                <a:gd name="connsiteY38" fmla="*/ 7044 h 30650"/>
                <a:gd name="connsiteX39" fmla="*/ 2054 w 43205"/>
                <a:gd name="connsiteY39" fmla="*/ 8608 h 30650"/>
                <a:gd name="connsiteX40" fmla="*/ 1467 w 43205"/>
                <a:gd name="connsiteY40" fmla="*/ 10826 h 30650"/>
                <a:gd name="connsiteX41" fmla="*/ 3163 w 43205"/>
                <a:gd name="connsiteY41" fmla="*/ 14869 h 30650"/>
                <a:gd name="connsiteX42" fmla="*/ 7402 w 43205"/>
                <a:gd name="connsiteY42" fmla="*/ 18293 h 30650"/>
                <a:gd name="connsiteX43" fmla="*/ 14673 w 43205"/>
                <a:gd name="connsiteY43" fmla="*/ 20836 h 30650"/>
                <a:gd name="connsiteX44" fmla="*/ 21912 w 43205"/>
                <a:gd name="connsiteY44" fmla="*/ 22043 h 30650"/>
                <a:gd name="connsiteX45" fmla="*/ 26184 w 43205"/>
                <a:gd name="connsiteY45" fmla="*/ 20999 h 30650"/>
                <a:gd name="connsiteX46" fmla="*/ 28042 w 43205"/>
                <a:gd name="connsiteY46" fmla="*/ 17706 h 30650"/>
                <a:gd name="connsiteX47" fmla="*/ 25630 w 43205"/>
                <a:gd name="connsiteY47" fmla="*/ 12293 h 30650"/>
                <a:gd name="connsiteX48" fmla="*/ 20967 w 43205"/>
                <a:gd name="connsiteY48" fmla="*/ 8902 h 30650"/>
                <a:gd name="connsiteX49" fmla="*/ 8217 w 43205"/>
                <a:gd name="connsiteY49" fmla="*/ 5674 h 30650"/>
                <a:gd name="connsiteX50" fmla="*/ 7206 w 43205"/>
                <a:gd name="connsiteY50" fmla="*/ 5478 h 3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205" h="30650">
                  <a:moveTo>
                    <a:pt x="3130" y="0"/>
                  </a:moveTo>
                  <a:cubicBezTo>
                    <a:pt x="3152" y="0"/>
                    <a:pt x="3554" y="65"/>
                    <a:pt x="4337" y="196"/>
                  </a:cubicBezTo>
                  <a:lnTo>
                    <a:pt x="33977" y="7630"/>
                  </a:lnTo>
                  <a:cubicBezTo>
                    <a:pt x="35021" y="7891"/>
                    <a:pt x="36064" y="8391"/>
                    <a:pt x="37107" y="9130"/>
                  </a:cubicBezTo>
                  <a:cubicBezTo>
                    <a:pt x="38173" y="9848"/>
                    <a:pt x="39162" y="10782"/>
                    <a:pt x="40075" y="11934"/>
                  </a:cubicBezTo>
                  <a:cubicBezTo>
                    <a:pt x="41009" y="13065"/>
                    <a:pt x="41759" y="14499"/>
                    <a:pt x="42325" y="16239"/>
                  </a:cubicBezTo>
                  <a:cubicBezTo>
                    <a:pt x="42911" y="17956"/>
                    <a:pt x="43205" y="19804"/>
                    <a:pt x="43205" y="21782"/>
                  </a:cubicBezTo>
                  <a:cubicBezTo>
                    <a:pt x="43205" y="24934"/>
                    <a:pt x="42868" y="27205"/>
                    <a:pt x="42194" y="28597"/>
                  </a:cubicBezTo>
                  <a:cubicBezTo>
                    <a:pt x="41542" y="29966"/>
                    <a:pt x="40520" y="30651"/>
                    <a:pt x="39129" y="30651"/>
                  </a:cubicBezTo>
                  <a:cubicBezTo>
                    <a:pt x="37912" y="30651"/>
                    <a:pt x="36955" y="30271"/>
                    <a:pt x="36260" y="29510"/>
                  </a:cubicBezTo>
                  <a:cubicBezTo>
                    <a:pt x="35586" y="28749"/>
                    <a:pt x="35249" y="27933"/>
                    <a:pt x="35249" y="27064"/>
                  </a:cubicBezTo>
                  <a:cubicBezTo>
                    <a:pt x="35249" y="26238"/>
                    <a:pt x="35488" y="25608"/>
                    <a:pt x="35966" y="25173"/>
                  </a:cubicBezTo>
                  <a:cubicBezTo>
                    <a:pt x="36444" y="24739"/>
                    <a:pt x="36988" y="24521"/>
                    <a:pt x="37597" y="24521"/>
                  </a:cubicBezTo>
                  <a:cubicBezTo>
                    <a:pt x="38270" y="24521"/>
                    <a:pt x="38944" y="24750"/>
                    <a:pt x="39618" y="25206"/>
                  </a:cubicBezTo>
                  <a:cubicBezTo>
                    <a:pt x="40314" y="25662"/>
                    <a:pt x="40792" y="26347"/>
                    <a:pt x="41053" y="27260"/>
                  </a:cubicBezTo>
                  <a:cubicBezTo>
                    <a:pt x="41509" y="25803"/>
                    <a:pt x="41738" y="24021"/>
                    <a:pt x="41738" y="21912"/>
                  </a:cubicBezTo>
                  <a:cubicBezTo>
                    <a:pt x="41738" y="17456"/>
                    <a:pt x="39379" y="14272"/>
                    <a:pt x="34662" y="12358"/>
                  </a:cubicBezTo>
                  <a:cubicBezTo>
                    <a:pt x="34597" y="12315"/>
                    <a:pt x="34553" y="12293"/>
                    <a:pt x="34531" y="12293"/>
                  </a:cubicBezTo>
                  <a:lnTo>
                    <a:pt x="25695" y="10076"/>
                  </a:lnTo>
                  <a:lnTo>
                    <a:pt x="25630" y="10174"/>
                  </a:lnTo>
                  <a:cubicBezTo>
                    <a:pt x="26064" y="10543"/>
                    <a:pt x="26532" y="11022"/>
                    <a:pt x="27032" y="11608"/>
                  </a:cubicBezTo>
                  <a:cubicBezTo>
                    <a:pt x="27510" y="12174"/>
                    <a:pt x="28042" y="13065"/>
                    <a:pt x="28629" y="14282"/>
                  </a:cubicBezTo>
                  <a:cubicBezTo>
                    <a:pt x="29216" y="15500"/>
                    <a:pt x="29510" y="16707"/>
                    <a:pt x="29510" y="17902"/>
                  </a:cubicBezTo>
                  <a:cubicBezTo>
                    <a:pt x="29510" y="20401"/>
                    <a:pt x="28553" y="22510"/>
                    <a:pt x="26640" y="24228"/>
                  </a:cubicBezTo>
                  <a:cubicBezTo>
                    <a:pt x="24706" y="25923"/>
                    <a:pt x="22141" y="26771"/>
                    <a:pt x="18945" y="26771"/>
                  </a:cubicBezTo>
                  <a:cubicBezTo>
                    <a:pt x="16619" y="26771"/>
                    <a:pt x="14293" y="26304"/>
                    <a:pt x="11967" y="25369"/>
                  </a:cubicBezTo>
                  <a:cubicBezTo>
                    <a:pt x="9619" y="24412"/>
                    <a:pt x="7587" y="23195"/>
                    <a:pt x="5869" y="21717"/>
                  </a:cubicBezTo>
                  <a:cubicBezTo>
                    <a:pt x="4130" y="20217"/>
                    <a:pt x="2717" y="18511"/>
                    <a:pt x="1630" y="16597"/>
                  </a:cubicBezTo>
                  <a:cubicBezTo>
                    <a:pt x="543" y="14663"/>
                    <a:pt x="0" y="12760"/>
                    <a:pt x="0" y="10891"/>
                  </a:cubicBezTo>
                  <a:cubicBezTo>
                    <a:pt x="0" y="9587"/>
                    <a:pt x="391" y="8381"/>
                    <a:pt x="1174" y="7272"/>
                  </a:cubicBezTo>
                  <a:cubicBezTo>
                    <a:pt x="1935" y="6163"/>
                    <a:pt x="2946" y="5305"/>
                    <a:pt x="4206" y="4696"/>
                  </a:cubicBezTo>
                  <a:cubicBezTo>
                    <a:pt x="3163" y="4587"/>
                    <a:pt x="2424" y="4239"/>
                    <a:pt x="1989" y="3652"/>
                  </a:cubicBezTo>
                  <a:cubicBezTo>
                    <a:pt x="1554" y="3043"/>
                    <a:pt x="1337" y="2478"/>
                    <a:pt x="1337" y="1957"/>
                  </a:cubicBezTo>
                  <a:cubicBezTo>
                    <a:pt x="1337" y="1370"/>
                    <a:pt x="1500" y="902"/>
                    <a:pt x="1826" y="555"/>
                  </a:cubicBezTo>
                  <a:cubicBezTo>
                    <a:pt x="2130" y="185"/>
                    <a:pt x="2565" y="0"/>
                    <a:pt x="3130" y="0"/>
                  </a:cubicBezTo>
                  <a:moveTo>
                    <a:pt x="7206" y="5478"/>
                  </a:moveTo>
                  <a:cubicBezTo>
                    <a:pt x="7076" y="5478"/>
                    <a:pt x="6837" y="5522"/>
                    <a:pt x="6489" y="5609"/>
                  </a:cubicBezTo>
                  <a:cubicBezTo>
                    <a:pt x="6119" y="5696"/>
                    <a:pt x="5641" y="5869"/>
                    <a:pt x="5054" y="6130"/>
                  </a:cubicBezTo>
                  <a:cubicBezTo>
                    <a:pt x="4467" y="6369"/>
                    <a:pt x="3913" y="6674"/>
                    <a:pt x="3391" y="7044"/>
                  </a:cubicBezTo>
                  <a:cubicBezTo>
                    <a:pt x="2869" y="7413"/>
                    <a:pt x="2424" y="7935"/>
                    <a:pt x="2054" y="8608"/>
                  </a:cubicBezTo>
                  <a:cubicBezTo>
                    <a:pt x="1663" y="9261"/>
                    <a:pt x="1467" y="10000"/>
                    <a:pt x="1467" y="10826"/>
                  </a:cubicBezTo>
                  <a:cubicBezTo>
                    <a:pt x="1467" y="12174"/>
                    <a:pt x="2033" y="13521"/>
                    <a:pt x="3163" y="14869"/>
                  </a:cubicBezTo>
                  <a:cubicBezTo>
                    <a:pt x="4272" y="16217"/>
                    <a:pt x="5685" y="17358"/>
                    <a:pt x="7402" y="18293"/>
                  </a:cubicBezTo>
                  <a:cubicBezTo>
                    <a:pt x="9054" y="19162"/>
                    <a:pt x="11478" y="20010"/>
                    <a:pt x="14673" y="20836"/>
                  </a:cubicBezTo>
                  <a:cubicBezTo>
                    <a:pt x="17869" y="21640"/>
                    <a:pt x="20282" y="22043"/>
                    <a:pt x="21912" y="22043"/>
                  </a:cubicBezTo>
                  <a:cubicBezTo>
                    <a:pt x="23521" y="22043"/>
                    <a:pt x="24945" y="21695"/>
                    <a:pt x="26184" y="20999"/>
                  </a:cubicBezTo>
                  <a:cubicBezTo>
                    <a:pt x="27423" y="20304"/>
                    <a:pt x="28042" y="19206"/>
                    <a:pt x="28042" y="17706"/>
                  </a:cubicBezTo>
                  <a:cubicBezTo>
                    <a:pt x="28042" y="15967"/>
                    <a:pt x="27238" y="14162"/>
                    <a:pt x="25630" y="12293"/>
                  </a:cubicBezTo>
                  <a:cubicBezTo>
                    <a:pt x="23956" y="10359"/>
                    <a:pt x="22401" y="9229"/>
                    <a:pt x="20967" y="8902"/>
                  </a:cubicBezTo>
                  <a:lnTo>
                    <a:pt x="8217" y="5674"/>
                  </a:lnTo>
                  <a:cubicBezTo>
                    <a:pt x="7695" y="5544"/>
                    <a:pt x="7358" y="5478"/>
                    <a:pt x="7206" y="5478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C7059861-B006-0F1F-597D-AEA76AEFA2B8}"/>
                </a:ext>
              </a:extLst>
            </p:cNvPr>
            <p:cNvSpPr/>
            <p:nvPr/>
          </p:nvSpPr>
          <p:spPr>
            <a:xfrm>
              <a:off x="7384054" y="1809235"/>
              <a:ext cx="66780" cy="15489"/>
            </a:xfrm>
            <a:custGeom>
              <a:avLst/>
              <a:gdLst>
                <a:gd name="connsiteX0" fmla="*/ 33390 w 66780"/>
                <a:gd name="connsiteY0" fmla="*/ 15489 h 15489"/>
                <a:gd name="connsiteX1" fmla="*/ 13010 w 66780"/>
                <a:gd name="connsiteY1" fmla="*/ 11283 h 15489"/>
                <a:gd name="connsiteX2" fmla="*/ 6000 w 66780"/>
                <a:gd name="connsiteY2" fmla="*/ 6978 h 15489"/>
                <a:gd name="connsiteX3" fmla="*/ 1402 w 66780"/>
                <a:gd name="connsiteY3" fmla="*/ 2804 h 15489"/>
                <a:gd name="connsiteX4" fmla="*/ 0 w 66780"/>
                <a:gd name="connsiteY4" fmla="*/ 685 h 15489"/>
                <a:gd name="connsiteX5" fmla="*/ 652 w 66780"/>
                <a:gd name="connsiteY5" fmla="*/ 0 h 15489"/>
                <a:gd name="connsiteX6" fmla="*/ 1793 w 66780"/>
                <a:gd name="connsiteY6" fmla="*/ 881 h 15489"/>
                <a:gd name="connsiteX7" fmla="*/ 33390 w 66780"/>
                <a:gd name="connsiteY7" fmla="*/ 11608 h 15489"/>
                <a:gd name="connsiteX8" fmla="*/ 64628 w 66780"/>
                <a:gd name="connsiteY8" fmla="*/ 1142 h 15489"/>
                <a:gd name="connsiteX9" fmla="*/ 66128 w 66780"/>
                <a:gd name="connsiteY9" fmla="*/ 0 h 15489"/>
                <a:gd name="connsiteX10" fmla="*/ 66781 w 66780"/>
                <a:gd name="connsiteY10" fmla="*/ 685 h 15489"/>
                <a:gd name="connsiteX11" fmla="*/ 65443 w 66780"/>
                <a:gd name="connsiteY11" fmla="*/ 2739 h 15489"/>
                <a:gd name="connsiteX12" fmla="*/ 61041 w 66780"/>
                <a:gd name="connsiteY12" fmla="*/ 6815 h 15489"/>
                <a:gd name="connsiteX13" fmla="*/ 54226 w 66780"/>
                <a:gd name="connsiteY13" fmla="*/ 11086 h 15489"/>
                <a:gd name="connsiteX14" fmla="*/ 33390 w 66780"/>
                <a:gd name="connsiteY14" fmla="*/ 15489 h 1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780" h="15489">
                  <a:moveTo>
                    <a:pt x="33390" y="15489"/>
                  </a:moveTo>
                  <a:cubicBezTo>
                    <a:pt x="25869" y="15489"/>
                    <a:pt x="19075" y="14087"/>
                    <a:pt x="13010" y="11283"/>
                  </a:cubicBezTo>
                  <a:cubicBezTo>
                    <a:pt x="10467" y="10087"/>
                    <a:pt x="8130" y="8652"/>
                    <a:pt x="6000" y="6978"/>
                  </a:cubicBezTo>
                  <a:cubicBezTo>
                    <a:pt x="3869" y="5304"/>
                    <a:pt x="2337" y="3913"/>
                    <a:pt x="1402" y="2804"/>
                  </a:cubicBezTo>
                  <a:cubicBezTo>
                    <a:pt x="467" y="1696"/>
                    <a:pt x="0" y="989"/>
                    <a:pt x="0" y="685"/>
                  </a:cubicBezTo>
                  <a:cubicBezTo>
                    <a:pt x="0" y="250"/>
                    <a:pt x="217" y="22"/>
                    <a:pt x="652" y="0"/>
                  </a:cubicBezTo>
                  <a:cubicBezTo>
                    <a:pt x="870" y="0"/>
                    <a:pt x="1250" y="294"/>
                    <a:pt x="1793" y="881"/>
                  </a:cubicBezTo>
                  <a:cubicBezTo>
                    <a:pt x="9098" y="8054"/>
                    <a:pt x="19630" y="11630"/>
                    <a:pt x="33390" y="11608"/>
                  </a:cubicBezTo>
                  <a:cubicBezTo>
                    <a:pt x="47194" y="11608"/>
                    <a:pt x="57607" y="8120"/>
                    <a:pt x="64628" y="1142"/>
                  </a:cubicBezTo>
                  <a:cubicBezTo>
                    <a:pt x="65389" y="381"/>
                    <a:pt x="65889" y="0"/>
                    <a:pt x="66128" y="0"/>
                  </a:cubicBezTo>
                  <a:cubicBezTo>
                    <a:pt x="66563" y="0"/>
                    <a:pt x="66781" y="228"/>
                    <a:pt x="66781" y="685"/>
                  </a:cubicBezTo>
                  <a:cubicBezTo>
                    <a:pt x="66781" y="989"/>
                    <a:pt x="66335" y="1674"/>
                    <a:pt x="65443" y="2739"/>
                  </a:cubicBezTo>
                  <a:cubicBezTo>
                    <a:pt x="64552" y="3805"/>
                    <a:pt x="63084" y="5164"/>
                    <a:pt x="61041" y="6815"/>
                  </a:cubicBezTo>
                  <a:cubicBezTo>
                    <a:pt x="58998" y="8467"/>
                    <a:pt x="56726" y="9891"/>
                    <a:pt x="54226" y="11086"/>
                  </a:cubicBezTo>
                  <a:cubicBezTo>
                    <a:pt x="48161" y="14022"/>
                    <a:pt x="41216" y="15489"/>
                    <a:pt x="33390" y="15489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ECAE269-35F4-9014-E07C-B14FC6B03596}"/>
                </a:ext>
              </a:extLst>
            </p:cNvPr>
            <p:cNvSpPr/>
            <p:nvPr/>
          </p:nvSpPr>
          <p:spPr>
            <a:xfrm>
              <a:off x="7404629" y="1770902"/>
              <a:ext cx="30259" cy="33259"/>
            </a:xfrm>
            <a:custGeom>
              <a:avLst/>
              <a:gdLst>
                <a:gd name="connsiteX0" fmla="*/ 4402 w 30259"/>
                <a:gd name="connsiteY0" fmla="*/ 0 h 33259"/>
                <a:gd name="connsiteX1" fmla="*/ 7272 w 30259"/>
                <a:gd name="connsiteY1" fmla="*/ 1141 h 33259"/>
                <a:gd name="connsiteX2" fmla="*/ 8282 w 30259"/>
                <a:gd name="connsiteY2" fmla="*/ 3587 h 33259"/>
                <a:gd name="connsiteX3" fmla="*/ 7565 w 30259"/>
                <a:gd name="connsiteY3" fmla="*/ 5478 h 33259"/>
                <a:gd name="connsiteX4" fmla="*/ 5935 w 30259"/>
                <a:gd name="connsiteY4" fmla="*/ 6130 h 33259"/>
                <a:gd name="connsiteX5" fmla="*/ 3619 w 30259"/>
                <a:gd name="connsiteY5" fmla="*/ 5217 h 33259"/>
                <a:gd name="connsiteX6" fmla="*/ 2315 w 30259"/>
                <a:gd name="connsiteY6" fmla="*/ 2935 h 33259"/>
                <a:gd name="connsiteX7" fmla="*/ 1467 w 30259"/>
                <a:gd name="connsiteY7" fmla="*/ 6261 h 33259"/>
                <a:gd name="connsiteX8" fmla="*/ 2152 w 30259"/>
                <a:gd name="connsiteY8" fmla="*/ 8706 h 33259"/>
                <a:gd name="connsiteX9" fmla="*/ 3717 w 30259"/>
                <a:gd name="connsiteY9" fmla="*/ 10500 h 33259"/>
                <a:gd name="connsiteX10" fmla="*/ 5869 w 30259"/>
                <a:gd name="connsiteY10" fmla="*/ 11739 h 33259"/>
                <a:gd name="connsiteX11" fmla="*/ 7858 w 30259"/>
                <a:gd name="connsiteY11" fmla="*/ 12521 h 33259"/>
                <a:gd name="connsiteX12" fmla="*/ 9358 w 30259"/>
                <a:gd name="connsiteY12" fmla="*/ 12879 h 33259"/>
                <a:gd name="connsiteX13" fmla="*/ 18489 w 30259"/>
                <a:gd name="connsiteY13" fmla="*/ 15162 h 33259"/>
                <a:gd name="connsiteX14" fmla="*/ 24358 w 30259"/>
                <a:gd name="connsiteY14" fmla="*/ 16271 h 33259"/>
                <a:gd name="connsiteX15" fmla="*/ 27521 w 30259"/>
                <a:gd name="connsiteY15" fmla="*/ 15358 h 33259"/>
                <a:gd name="connsiteX16" fmla="*/ 28760 w 30259"/>
                <a:gd name="connsiteY16" fmla="*/ 12619 h 33259"/>
                <a:gd name="connsiteX17" fmla="*/ 28564 w 30259"/>
                <a:gd name="connsiteY17" fmla="*/ 11086 h 33259"/>
                <a:gd name="connsiteX18" fmla="*/ 27749 w 30259"/>
                <a:gd name="connsiteY18" fmla="*/ 9228 h 33259"/>
                <a:gd name="connsiteX19" fmla="*/ 26216 w 30259"/>
                <a:gd name="connsiteY19" fmla="*/ 7206 h 33259"/>
                <a:gd name="connsiteX20" fmla="*/ 23673 w 30259"/>
                <a:gd name="connsiteY20" fmla="*/ 5282 h 33259"/>
                <a:gd name="connsiteX21" fmla="*/ 20021 w 30259"/>
                <a:gd name="connsiteY21" fmla="*/ 3717 h 33259"/>
                <a:gd name="connsiteX22" fmla="*/ 19304 w 30259"/>
                <a:gd name="connsiteY22" fmla="*/ 2869 h 33259"/>
                <a:gd name="connsiteX23" fmla="*/ 19956 w 30259"/>
                <a:gd name="connsiteY23" fmla="*/ 2054 h 33259"/>
                <a:gd name="connsiteX24" fmla="*/ 21684 w 30259"/>
                <a:gd name="connsiteY24" fmla="*/ 2511 h 33259"/>
                <a:gd name="connsiteX25" fmla="*/ 24325 w 30259"/>
                <a:gd name="connsiteY25" fmla="*/ 3880 h 33259"/>
                <a:gd name="connsiteX26" fmla="*/ 27130 w 30259"/>
                <a:gd name="connsiteY26" fmla="*/ 5999 h 33259"/>
                <a:gd name="connsiteX27" fmla="*/ 29347 w 30259"/>
                <a:gd name="connsiteY27" fmla="*/ 9000 h 33259"/>
                <a:gd name="connsiteX28" fmla="*/ 30260 w 30259"/>
                <a:gd name="connsiteY28" fmla="*/ 12749 h 33259"/>
                <a:gd name="connsiteX29" fmla="*/ 28760 w 30259"/>
                <a:gd name="connsiteY29" fmla="*/ 17412 h 33259"/>
                <a:gd name="connsiteX30" fmla="*/ 25173 w 30259"/>
                <a:gd name="connsiteY30" fmla="*/ 19956 h 33259"/>
                <a:gd name="connsiteX31" fmla="*/ 25858 w 30259"/>
                <a:gd name="connsiteY31" fmla="*/ 20347 h 33259"/>
                <a:gd name="connsiteX32" fmla="*/ 27130 w 30259"/>
                <a:gd name="connsiteY32" fmla="*/ 21259 h 33259"/>
                <a:gd name="connsiteX33" fmla="*/ 28629 w 30259"/>
                <a:gd name="connsiteY33" fmla="*/ 22662 h 33259"/>
                <a:gd name="connsiteX34" fmla="*/ 29738 w 30259"/>
                <a:gd name="connsiteY34" fmla="*/ 24586 h 33259"/>
                <a:gd name="connsiteX35" fmla="*/ 30260 w 30259"/>
                <a:gd name="connsiteY35" fmla="*/ 26966 h 33259"/>
                <a:gd name="connsiteX36" fmla="*/ 29803 w 30259"/>
                <a:gd name="connsiteY36" fmla="*/ 29933 h 33259"/>
                <a:gd name="connsiteX37" fmla="*/ 28303 w 30259"/>
                <a:gd name="connsiteY37" fmla="*/ 32281 h 33259"/>
                <a:gd name="connsiteX38" fmla="*/ 25825 w 30259"/>
                <a:gd name="connsiteY38" fmla="*/ 33259 h 33259"/>
                <a:gd name="connsiteX39" fmla="*/ 23119 w 30259"/>
                <a:gd name="connsiteY39" fmla="*/ 32184 h 33259"/>
                <a:gd name="connsiteX40" fmla="*/ 21978 w 30259"/>
                <a:gd name="connsiteY40" fmla="*/ 29575 h 33259"/>
                <a:gd name="connsiteX41" fmla="*/ 22532 w 30259"/>
                <a:gd name="connsiteY41" fmla="*/ 27879 h 33259"/>
                <a:gd name="connsiteX42" fmla="*/ 24293 w 30259"/>
                <a:gd name="connsiteY42" fmla="*/ 27097 h 33259"/>
                <a:gd name="connsiteX43" fmla="*/ 26640 w 30259"/>
                <a:gd name="connsiteY43" fmla="*/ 28009 h 33259"/>
                <a:gd name="connsiteX44" fmla="*/ 27912 w 30259"/>
                <a:gd name="connsiteY44" fmla="*/ 30227 h 33259"/>
                <a:gd name="connsiteX45" fmla="*/ 28760 w 30259"/>
                <a:gd name="connsiteY45" fmla="*/ 26901 h 33259"/>
                <a:gd name="connsiteX46" fmla="*/ 26869 w 30259"/>
                <a:gd name="connsiteY46" fmla="*/ 23053 h 33259"/>
                <a:gd name="connsiteX47" fmla="*/ 21814 w 30259"/>
                <a:gd name="connsiteY47" fmla="*/ 20543 h 33259"/>
                <a:gd name="connsiteX48" fmla="*/ 10826 w 30259"/>
                <a:gd name="connsiteY48" fmla="*/ 17738 h 33259"/>
                <a:gd name="connsiteX49" fmla="*/ 5935 w 30259"/>
                <a:gd name="connsiteY49" fmla="*/ 16956 h 33259"/>
                <a:gd name="connsiteX50" fmla="*/ 3619 w 30259"/>
                <a:gd name="connsiteY50" fmla="*/ 17314 h 33259"/>
                <a:gd name="connsiteX51" fmla="*/ 2250 w 30259"/>
                <a:gd name="connsiteY51" fmla="*/ 18293 h 33259"/>
                <a:gd name="connsiteX52" fmla="*/ 1630 w 30259"/>
                <a:gd name="connsiteY52" fmla="*/ 19434 h 33259"/>
                <a:gd name="connsiteX53" fmla="*/ 1467 w 30259"/>
                <a:gd name="connsiteY53" fmla="*/ 20543 h 33259"/>
                <a:gd name="connsiteX54" fmla="*/ 1859 w 30259"/>
                <a:gd name="connsiteY54" fmla="*/ 22629 h 33259"/>
                <a:gd name="connsiteX55" fmla="*/ 3163 w 30259"/>
                <a:gd name="connsiteY55" fmla="*/ 25010 h 33259"/>
                <a:gd name="connsiteX56" fmla="*/ 5869 w 30259"/>
                <a:gd name="connsiteY56" fmla="*/ 27488 h 33259"/>
                <a:gd name="connsiteX57" fmla="*/ 10206 w 30259"/>
                <a:gd name="connsiteY57" fmla="*/ 29509 h 33259"/>
                <a:gd name="connsiteX58" fmla="*/ 10956 w 30259"/>
                <a:gd name="connsiteY58" fmla="*/ 30390 h 33259"/>
                <a:gd name="connsiteX59" fmla="*/ 10271 w 30259"/>
                <a:gd name="connsiteY59" fmla="*/ 31172 h 33259"/>
                <a:gd name="connsiteX60" fmla="*/ 8576 w 30259"/>
                <a:gd name="connsiteY60" fmla="*/ 30748 h 33259"/>
                <a:gd name="connsiteX61" fmla="*/ 5935 w 30259"/>
                <a:gd name="connsiteY61" fmla="*/ 29379 h 33259"/>
                <a:gd name="connsiteX62" fmla="*/ 3163 w 30259"/>
                <a:gd name="connsiteY62" fmla="*/ 27227 h 33259"/>
                <a:gd name="connsiteX63" fmla="*/ 913 w 30259"/>
                <a:gd name="connsiteY63" fmla="*/ 24195 h 33259"/>
                <a:gd name="connsiteX64" fmla="*/ 0 w 30259"/>
                <a:gd name="connsiteY64" fmla="*/ 20412 h 33259"/>
                <a:gd name="connsiteX65" fmla="*/ 196 w 30259"/>
                <a:gd name="connsiteY65" fmla="*/ 18684 h 33259"/>
                <a:gd name="connsiteX66" fmla="*/ 848 w 30259"/>
                <a:gd name="connsiteY66" fmla="*/ 16760 h 33259"/>
                <a:gd name="connsiteX67" fmla="*/ 2413 w 30259"/>
                <a:gd name="connsiteY67" fmla="*/ 14739 h 33259"/>
                <a:gd name="connsiteX68" fmla="*/ 5054 w 30259"/>
                <a:gd name="connsiteY68" fmla="*/ 13206 h 33259"/>
                <a:gd name="connsiteX69" fmla="*/ 3587 w 30259"/>
                <a:gd name="connsiteY69" fmla="*/ 12293 h 33259"/>
                <a:gd name="connsiteX70" fmla="*/ 1989 w 30259"/>
                <a:gd name="connsiteY70" fmla="*/ 10891 h 33259"/>
                <a:gd name="connsiteX71" fmla="*/ 554 w 30259"/>
                <a:gd name="connsiteY71" fmla="*/ 8804 h 33259"/>
                <a:gd name="connsiteX72" fmla="*/ 0 w 30259"/>
                <a:gd name="connsiteY72" fmla="*/ 6195 h 33259"/>
                <a:gd name="connsiteX73" fmla="*/ 359 w 30259"/>
                <a:gd name="connsiteY73" fmla="*/ 3554 h 33259"/>
                <a:gd name="connsiteX74" fmla="*/ 1761 w 30259"/>
                <a:gd name="connsiteY74" fmla="*/ 1141 h 33259"/>
                <a:gd name="connsiteX75" fmla="*/ 4402 w 30259"/>
                <a:gd name="connsiteY75" fmla="*/ 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0259" h="33259">
                  <a:moveTo>
                    <a:pt x="4402" y="0"/>
                  </a:moveTo>
                  <a:cubicBezTo>
                    <a:pt x="5619" y="0"/>
                    <a:pt x="6576" y="380"/>
                    <a:pt x="7272" y="1141"/>
                  </a:cubicBezTo>
                  <a:cubicBezTo>
                    <a:pt x="7945" y="1902"/>
                    <a:pt x="8282" y="2717"/>
                    <a:pt x="8282" y="3587"/>
                  </a:cubicBezTo>
                  <a:cubicBezTo>
                    <a:pt x="8282" y="4413"/>
                    <a:pt x="8043" y="5043"/>
                    <a:pt x="7565" y="5478"/>
                  </a:cubicBezTo>
                  <a:cubicBezTo>
                    <a:pt x="7087" y="5912"/>
                    <a:pt x="6543" y="6130"/>
                    <a:pt x="5935" y="6130"/>
                  </a:cubicBezTo>
                  <a:cubicBezTo>
                    <a:pt x="5109" y="6130"/>
                    <a:pt x="4337" y="5825"/>
                    <a:pt x="3619" y="5217"/>
                  </a:cubicBezTo>
                  <a:cubicBezTo>
                    <a:pt x="2902" y="4608"/>
                    <a:pt x="2467" y="3847"/>
                    <a:pt x="2315" y="2935"/>
                  </a:cubicBezTo>
                  <a:cubicBezTo>
                    <a:pt x="1750" y="3826"/>
                    <a:pt x="1467" y="4934"/>
                    <a:pt x="1467" y="6261"/>
                  </a:cubicBezTo>
                  <a:cubicBezTo>
                    <a:pt x="1467" y="7130"/>
                    <a:pt x="1696" y="7945"/>
                    <a:pt x="2152" y="8706"/>
                  </a:cubicBezTo>
                  <a:cubicBezTo>
                    <a:pt x="2609" y="9445"/>
                    <a:pt x="3130" y="10043"/>
                    <a:pt x="3717" y="10500"/>
                  </a:cubicBezTo>
                  <a:cubicBezTo>
                    <a:pt x="4304" y="10935"/>
                    <a:pt x="5022" y="11347"/>
                    <a:pt x="5869" y="11739"/>
                  </a:cubicBezTo>
                  <a:cubicBezTo>
                    <a:pt x="6695" y="12108"/>
                    <a:pt x="7358" y="12369"/>
                    <a:pt x="7858" y="12521"/>
                  </a:cubicBezTo>
                  <a:cubicBezTo>
                    <a:pt x="8337" y="12651"/>
                    <a:pt x="8837" y="12771"/>
                    <a:pt x="9358" y="12879"/>
                  </a:cubicBezTo>
                  <a:lnTo>
                    <a:pt x="18489" y="15162"/>
                  </a:lnTo>
                  <a:cubicBezTo>
                    <a:pt x="21380" y="15901"/>
                    <a:pt x="23336" y="16271"/>
                    <a:pt x="24358" y="16271"/>
                  </a:cubicBezTo>
                  <a:cubicBezTo>
                    <a:pt x="25619" y="16271"/>
                    <a:pt x="26673" y="15967"/>
                    <a:pt x="27521" y="15358"/>
                  </a:cubicBezTo>
                  <a:cubicBezTo>
                    <a:pt x="28347" y="14749"/>
                    <a:pt x="28760" y="13837"/>
                    <a:pt x="28760" y="12619"/>
                  </a:cubicBezTo>
                  <a:cubicBezTo>
                    <a:pt x="28760" y="12141"/>
                    <a:pt x="28695" y="11630"/>
                    <a:pt x="28564" y="11086"/>
                  </a:cubicBezTo>
                  <a:cubicBezTo>
                    <a:pt x="28412" y="10543"/>
                    <a:pt x="28140" y="9923"/>
                    <a:pt x="27749" y="9228"/>
                  </a:cubicBezTo>
                  <a:cubicBezTo>
                    <a:pt x="27336" y="8510"/>
                    <a:pt x="26825" y="7836"/>
                    <a:pt x="26216" y="7206"/>
                  </a:cubicBezTo>
                  <a:cubicBezTo>
                    <a:pt x="25586" y="6554"/>
                    <a:pt x="24738" y="5912"/>
                    <a:pt x="23673" y="5282"/>
                  </a:cubicBezTo>
                  <a:cubicBezTo>
                    <a:pt x="22608" y="4652"/>
                    <a:pt x="21391" y="4130"/>
                    <a:pt x="20021" y="3717"/>
                  </a:cubicBezTo>
                  <a:cubicBezTo>
                    <a:pt x="19543" y="3587"/>
                    <a:pt x="19304" y="3304"/>
                    <a:pt x="19304" y="2869"/>
                  </a:cubicBezTo>
                  <a:cubicBezTo>
                    <a:pt x="19304" y="2326"/>
                    <a:pt x="19521" y="2054"/>
                    <a:pt x="19956" y="2054"/>
                  </a:cubicBezTo>
                  <a:cubicBezTo>
                    <a:pt x="20325" y="2054"/>
                    <a:pt x="20901" y="2207"/>
                    <a:pt x="21684" y="2511"/>
                  </a:cubicBezTo>
                  <a:cubicBezTo>
                    <a:pt x="22445" y="2793"/>
                    <a:pt x="23325" y="3250"/>
                    <a:pt x="24325" y="3880"/>
                  </a:cubicBezTo>
                  <a:cubicBezTo>
                    <a:pt x="25303" y="4489"/>
                    <a:pt x="26238" y="5195"/>
                    <a:pt x="27130" y="5999"/>
                  </a:cubicBezTo>
                  <a:cubicBezTo>
                    <a:pt x="27999" y="6803"/>
                    <a:pt x="28738" y="7804"/>
                    <a:pt x="29347" y="9000"/>
                  </a:cubicBezTo>
                  <a:cubicBezTo>
                    <a:pt x="29956" y="10195"/>
                    <a:pt x="30260" y="11445"/>
                    <a:pt x="30260" y="12749"/>
                  </a:cubicBezTo>
                  <a:cubicBezTo>
                    <a:pt x="30260" y="14619"/>
                    <a:pt x="29760" y="16173"/>
                    <a:pt x="28760" y="17412"/>
                  </a:cubicBezTo>
                  <a:cubicBezTo>
                    <a:pt x="27760" y="18651"/>
                    <a:pt x="26564" y="19499"/>
                    <a:pt x="25173" y="19956"/>
                  </a:cubicBezTo>
                  <a:cubicBezTo>
                    <a:pt x="25369" y="20064"/>
                    <a:pt x="25597" y="20194"/>
                    <a:pt x="25858" y="20347"/>
                  </a:cubicBezTo>
                  <a:cubicBezTo>
                    <a:pt x="26119" y="20499"/>
                    <a:pt x="26543" y="20804"/>
                    <a:pt x="27130" y="21259"/>
                  </a:cubicBezTo>
                  <a:cubicBezTo>
                    <a:pt x="27695" y="21695"/>
                    <a:pt x="28195" y="22162"/>
                    <a:pt x="28629" y="22662"/>
                  </a:cubicBezTo>
                  <a:cubicBezTo>
                    <a:pt x="29042" y="23162"/>
                    <a:pt x="29412" y="23803"/>
                    <a:pt x="29738" y="24586"/>
                  </a:cubicBezTo>
                  <a:cubicBezTo>
                    <a:pt x="30086" y="25347"/>
                    <a:pt x="30260" y="26140"/>
                    <a:pt x="30260" y="26966"/>
                  </a:cubicBezTo>
                  <a:cubicBezTo>
                    <a:pt x="30260" y="28009"/>
                    <a:pt x="30108" y="28998"/>
                    <a:pt x="29803" y="29933"/>
                  </a:cubicBezTo>
                  <a:cubicBezTo>
                    <a:pt x="29499" y="30847"/>
                    <a:pt x="28999" y="31629"/>
                    <a:pt x="28303" y="32281"/>
                  </a:cubicBezTo>
                  <a:cubicBezTo>
                    <a:pt x="27608" y="32933"/>
                    <a:pt x="26782" y="33259"/>
                    <a:pt x="25825" y="33259"/>
                  </a:cubicBezTo>
                  <a:cubicBezTo>
                    <a:pt x="24760" y="33259"/>
                    <a:pt x="23858" y="32901"/>
                    <a:pt x="23119" y="32184"/>
                  </a:cubicBezTo>
                  <a:cubicBezTo>
                    <a:pt x="22358" y="31444"/>
                    <a:pt x="21978" y="30575"/>
                    <a:pt x="21978" y="29575"/>
                  </a:cubicBezTo>
                  <a:cubicBezTo>
                    <a:pt x="21978" y="28944"/>
                    <a:pt x="22162" y="28379"/>
                    <a:pt x="22532" y="27879"/>
                  </a:cubicBezTo>
                  <a:cubicBezTo>
                    <a:pt x="22901" y="27358"/>
                    <a:pt x="23488" y="27097"/>
                    <a:pt x="24293" y="27097"/>
                  </a:cubicBezTo>
                  <a:cubicBezTo>
                    <a:pt x="25184" y="27097"/>
                    <a:pt x="25967" y="27401"/>
                    <a:pt x="26640" y="28009"/>
                  </a:cubicBezTo>
                  <a:cubicBezTo>
                    <a:pt x="27314" y="28618"/>
                    <a:pt x="27738" y="29358"/>
                    <a:pt x="27912" y="30227"/>
                  </a:cubicBezTo>
                  <a:cubicBezTo>
                    <a:pt x="28477" y="29335"/>
                    <a:pt x="28760" y="28227"/>
                    <a:pt x="28760" y="26901"/>
                  </a:cubicBezTo>
                  <a:cubicBezTo>
                    <a:pt x="28760" y="25467"/>
                    <a:pt x="28129" y="24184"/>
                    <a:pt x="26869" y="23053"/>
                  </a:cubicBezTo>
                  <a:cubicBezTo>
                    <a:pt x="25608" y="21923"/>
                    <a:pt x="23923" y="21086"/>
                    <a:pt x="21814" y="20543"/>
                  </a:cubicBezTo>
                  <a:cubicBezTo>
                    <a:pt x="16749" y="19195"/>
                    <a:pt x="13086" y="18260"/>
                    <a:pt x="10826" y="17738"/>
                  </a:cubicBezTo>
                  <a:cubicBezTo>
                    <a:pt x="8543" y="17217"/>
                    <a:pt x="6913" y="16956"/>
                    <a:pt x="5935" y="16956"/>
                  </a:cubicBezTo>
                  <a:cubicBezTo>
                    <a:pt x="5022" y="16956"/>
                    <a:pt x="4250" y="17075"/>
                    <a:pt x="3619" y="17314"/>
                  </a:cubicBezTo>
                  <a:cubicBezTo>
                    <a:pt x="2989" y="17554"/>
                    <a:pt x="2533" y="17880"/>
                    <a:pt x="2250" y="18293"/>
                  </a:cubicBezTo>
                  <a:cubicBezTo>
                    <a:pt x="1946" y="18684"/>
                    <a:pt x="1739" y="19064"/>
                    <a:pt x="1630" y="19434"/>
                  </a:cubicBezTo>
                  <a:cubicBezTo>
                    <a:pt x="1522" y="19782"/>
                    <a:pt x="1467" y="20151"/>
                    <a:pt x="1467" y="20543"/>
                  </a:cubicBezTo>
                  <a:cubicBezTo>
                    <a:pt x="1467" y="21195"/>
                    <a:pt x="1598" y="21890"/>
                    <a:pt x="1859" y="22629"/>
                  </a:cubicBezTo>
                  <a:cubicBezTo>
                    <a:pt x="2119" y="23347"/>
                    <a:pt x="2554" y="24141"/>
                    <a:pt x="3163" y="25010"/>
                  </a:cubicBezTo>
                  <a:cubicBezTo>
                    <a:pt x="3750" y="25858"/>
                    <a:pt x="4652" y="26684"/>
                    <a:pt x="5869" y="27488"/>
                  </a:cubicBezTo>
                  <a:cubicBezTo>
                    <a:pt x="7087" y="28292"/>
                    <a:pt x="8532" y="28966"/>
                    <a:pt x="10206" y="29509"/>
                  </a:cubicBezTo>
                  <a:cubicBezTo>
                    <a:pt x="10706" y="29618"/>
                    <a:pt x="10956" y="29912"/>
                    <a:pt x="10956" y="30390"/>
                  </a:cubicBezTo>
                  <a:cubicBezTo>
                    <a:pt x="10934" y="30911"/>
                    <a:pt x="10706" y="31172"/>
                    <a:pt x="10271" y="31172"/>
                  </a:cubicBezTo>
                  <a:cubicBezTo>
                    <a:pt x="9902" y="31172"/>
                    <a:pt x="9337" y="31031"/>
                    <a:pt x="8576" y="30748"/>
                  </a:cubicBezTo>
                  <a:cubicBezTo>
                    <a:pt x="7793" y="30444"/>
                    <a:pt x="6913" y="29988"/>
                    <a:pt x="5935" y="29379"/>
                  </a:cubicBezTo>
                  <a:cubicBezTo>
                    <a:pt x="4956" y="28749"/>
                    <a:pt x="4032" y="28031"/>
                    <a:pt x="3163" y="27227"/>
                  </a:cubicBezTo>
                  <a:cubicBezTo>
                    <a:pt x="2272" y="26401"/>
                    <a:pt x="1522" y="25390"/>
                    <a:pt x="913" y="24195"/>
                  </a:cubicBezTo>
                  <a:cubicBezTo>
                    <a:pt x="304" y="22977"/>
                    <a:pt x="0" y="21716"/>
                    <a:pt x="0" y="20412"/>
                  </a:cubicBezTo>
                  <a:cubicBezTo>
                    <a:pt x="0" y="19826"/>
                    <a:pt x="65" y="19249"/>
                    <a:pt x="196" y="18684"/>
                  </a:cubicBezTo>
                  <a:cubicBezTo>
                    <a:pt x="304" y="18097"/>
                    <a:pt x="522" y="17455"/>
                    <a:pt x="848" y="16760"/>
                  </a:cubicBezTo>
                  <a:cubicBezTo>
                    <a:pt x="1174" y="16042"/>
                    <a:pt x="1696" y="15369"/>
                    <a:pt x="2413" y="14739"/>
                  </a:cubicBezTo>
                  <a:cubicBezTo>
                    <a:pt x="3130" y="14108"/>
                    <a:pt x="4011" y="13597"/>
                    <a:pt x="5054" y="13206"/>
                  </a:cubicBezTo>
                  <a:cubicBezTo>
                    <a:pt x="4554" y="12945"/>
                    <a:pt x="4065" y="12641"/>
                    <a:pt x="3587" y="12293"/>
                  </a:cubicBezTo>
                  <a:cubicBezTo>
                    <a:pt x="3109" y="11923"/>
                    <a:pt x="2576" y="11456"/>
                    <a:pt x="1989" y="10891"/>
                  </a:cubicBezTo>
                  <a:cubicBezTo>
                    <a:pt x="1380" y="10304"/>
                    <a:pt x="902" y="9608"/>
                    <a:pt x="554" y="8804"/>
                  </a:cubicBezTo>
                  <a:cubicBezTo>
                    <a:pt x="185" y="7978"/>
                    <a:pt x="0" y="7108"/>
                    <a:pt x="0" y="6195"/>
                  </a:cubicBezTo>
                  <a:cubicBezTo>
                    <a:pt x="0" y="5304"/>
                    <a:pt x="120" y="4424"/>
                    <a:pt x="359" y="3554"/>
                  </a:cubicBezTo>
                  <a:cubicBezTo>
                    <a:pt x="576" y="2685"/>
                    <a:pt x="1043" y="1880"/>
                    <a:pt x="1761" y="1141"/>
                  </a:cubicBezTo>
                  <a:cubicBezTo>
                    <a:pt x="2456" y="380"/>
                    <a:pt x="3337" y="0"/>
                    <a:pt x="4402" y="0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F6933CA-749F-9E93-561D-47DEBFB86C35}"/>
                </a:ext>
              </a:extLst>
            </p:cNvPr>
            <p:cNvSpPr/>
            <p:nvPr/>
          </p:nvSpPr>
          <p:spPr>
            <a:xfrm>
              <a:off x="7384054" y="1748985"/>
              <a:ext cx="66780" cy="15489"/>
            </a:xfrm>
            <a:custGeom>
              <a:avLst/>
              <a:gdLst>
                <a:gd name="connsiteX0" fmla="*/ 66128 w 66780"/>
                <a:gd name="connsiteY0" fmla="*/ 15489 h 15489"/>
                <a:gd name="connsiteX1" fmla="*/ 64987 w 66780"/>
                <a:gd name="connsiteY1" fmla="*/ 14641 h 15489"/>
                <a:gd name="connsiteX2" fmla="*/ 33390 w 66780"/>
                <a:gd name="connsiteY2" fmla="*/ 3881 h 15489"/>
                <a:gd name="connsiteX3" fmla="*/ 2217 w 66780"/>
                <a:gd name="connsiteY3" fmla="*/ 14217 h 15489"/>
                <a:gd name="connsiteX4" fmla="*/ 652 w 66780"/>
                <a:gd name="connsiteY4" fmla="*/ 15489 h 15489"/>
                <a:gd name="connsiteX5" fmla="*/ 0 w 66780"/>
                <a:gd name="connsiteY5" fmla="*/ 14837 h 15489"/>
                <a:gd name="connsiteX6" fmla="*/ 1337 w 66780"/>
                <a:gd name="connsiteY6" fmla="*/ 12783 h 15489"/>
                <a:gd name="connsiteX7" fmla="*/ 5739 w 66780"/>
                <a:gd name="connsiteY7" fmla="*/ 8706 h 15489"/>
                <a:gd name="connsiteX8" fmla="*/ 12554 w 66780"/>
                <a:gd name="connsiteY8" fmla="*/ 4402 h 15489"/>
                <a:gd name="connsiteX9" fmla="*/ 33390 w 66780"/>
                <a:gd name="connsiteY9" fmla="*/ 0 h 15489"/>
                <a:gd name="connsiteX10" fmla="*/ 53770 w 66780"/>
                <a:gd name="connsiteY10" fmla="*/ 4206 h 15489"/>
                <a:gd name="connsiteX11" fmla="*/ 60780 w 66780"/>
                <a:gd name="connsiteY11" fmla="*/ 8511 h 15489"/>
                <a:gd name="connsiteX12" fmla="*/ 65378 w 66780"/>
                <a:gd name="connsiteY12" fmla="*/ 12685 h 15489"/>
                <a:gd name="connsiteX13" fmla="*/ 66781 w 66780"/>
                <a:gd name="connsiteY13" fmla="*/ 14837 h 15489"/>
                <a:gd name="connsiteX14" fmla="*/ 66128 w 66780"/>
                <a:gd name="connsiteY14" fmla="*/ 15489 h 1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780" h="15489">
                  <a:moveTo>
                    <a:pt x="66128" y="15489"/>
                  </a:moveTo>
                  <a:cubicBezTo>
                    <a:pt x="65910" y="15489"/>
                    <a:pt x="65530" y="15206"/>
                    <a:pt x="64987" y="14641"/>
                  </a:cubicBezTo>
                  <a:cubicBezTo>
                    <a:pt x="57683" y="7468"/>
                    <a:pt x="47150" y="3881"/>
                    <a:pt x="33390" y="3881"/>
                  </a:cubicBezTo>
                  <a:cubicBezTo>
                    <a:pt x="19586" y="3881"/>
                    <a:pt x="9195" y="7326"/>
                    <a:pt x="2217" y="14217"/>
                  </a:cubicBezTo>
                  <a:cubicBezTo>
                    <a:pt x="1413" y="15065"/>
                    <a:pt x="891" y="15489"/>
                    <a:pt x="652" y="15489"/>
                  </a:cubicBezTo>
                  <a:cubicBezTo>
                    <a:pt x="217" y="15489"/>
                    <a:pt x="0" y="15272"/>
                    <a:pt x="0" y="14837"/>
                  </a:cubicBezTo>
                  <a:cubicBezTo>
                    <a:pt x="0" y="14533"/>
                    <a:pt x="446" y="13848"/>
                    <a:pt x="1337" y="12783"/>
                  </a:cubicBezTo>
                  <a:cubicBezTo>
                    <a:pt x="2228" y="11695"/>
                    <a:pt x="3696" y="10337"/>
                    <a:pt x="5739" y="8706"/>
                  </a:cubicBezTo>
                  <a:cubicBezTo>
                    <a:pt x="7782" y="7055"/>
                    <a:pt x="10054" y="5619"/>
                    <a:pt x="12554" y="4402"/>
                  </a:cubicBezTo>
                  <a:cubicBezTo>
                    <a:pt x="18619" y="1467"/>
                    <a:pt x="25564" y="0"/>
                    <a:pt x="33390" y="0"/>
                  </a:cubicBezTo>
                  <a:cubicBezTo>
                    <a:pt x="40912" y="0"/>
                    <a:pt x="47705" y="1402"/>
                    <a:pt x="53770" y="4206"/>
                  </a:cubicBezTo>
                  <a:cubicBezTo>
                    <a:pt x="56313" y="5402"/>
                    <a:pt x="58650" y="6837"/>
                    <a:pt x="60780" y="8511"/>
                  </a:cubicBezTo>
                  <a:cubicBezTo>
                    <a:pt x="62911" y="10185"/>
                    <a:pt x="64443" y="11576"/>
                    <a:pt x="65378" y="12685"/>
                  </a:cubicBezTo>
                  <a:cubicBezTo>
                    <a:pt x="66313" y="13793"/>
                    <a:pt x="66781" y="14510"/>
                    <a:pt x="66781" y="14837"/>
                  </a:cubicBezTo>
                  <a:cubicBezTo>
                    <a:pt x="66781" y="15272"/>
                    <a:pt x="66563" y="15489"/>
                    <a:pt x="66128" y="15489"/>
                  </a:cubicBezTo>
                  <a:close/>
                </a:path>
              </a:pathLst>
            </a:custGeom>
            <a:solidFill>
              <a:srgbClr val="000000"/>
            </a:solidFill>
            <a:ln w="6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90" name="Freeform 89">
            <a:extLst>
              <a:ext uri="{FF2B5EF4-FFF2-40B4-BE49-F238E27FC236}">
                <a16:creationId xmlns:a16="http://schemas.microsoft.com/office/drawing/2014/main" id="{99E98FF6-E995-C105-C512-40F6AABC5DBD}"/>
              </a:ext>
            </a:extLst>
          </p:cNvPr>
          <p:cNvSpPr/>
          <p:nvPr/>
        </p:nvSpPr>
        <p:spPr>
          <a:xfrm>
            <a:off x="7499683" y="2161542"/>
            <a:ext cx="1352147" cy="924619"/>
          </a:xfrm>
          <a:custGeom>
            <a:avLst/>
            <a:gdLst>
              <a:gd name="connsiteX0" fmla="*/ 0 w 1352147"/>
              <a:gd name="connsiteY0" fmla="*/ 924619 h 924619"/>
              <a:gd name="connsiteX1" fmla="*/ 2710 w 1352147"/>
              <a:gd name="connsiteY1" fmla="*/ 924612 h 924619"/>
              <a:gd name="connsiteX2" fmla="*/ 5420 w 1352147"/>
              <a:gd name="connsiteY2" fmla="*/ 924612 h 924619"/>
              <a:gd name="connsiteX3" fmla="*/ 8129 w 1352147"/>
              <a:gd name="connsiteY3" fmla="*/ 924612 h 924619"/>
              <a:gd name="connsiteX4" fmla="*/ 10839 w 1352147"/>
              <a:gd name="connsiteY4" fmla="*/ 924605 h 924619"/>
              <a:gd name="connsiteX5" fmla="*/ 13548 w 1352147"/>
              <a:gd name="connsiteY5" fmla="*/ 924605 h 924619"/>
              <a:gd name="connsiteX6" fmla="*/ 16258 w 1352147"/>
              <a:gd name="connsiteY6" fmla="*/ 924605 h 924619"/>
              <a:gd name="connsiteX7" fmla="*/ 18968 w 1352147"/>
              <a:gd name="connsiteY7" fmla="*/ 924598 h 924619"/>
              <a:gd name="connsiteX8" fmla="*/ 21678 w 1352147"/>
              <a:gd name="connsiteY8" fmla="*/ 924598 h 924619"/>
              <a:gd name="connsiteX9" fmla="*/ 24388 w 1352147"/>
              <a:gd name="connsiteY9" fmla="*/ 924591 h 924619"/>
              <a:gd name="connsiteX10" fmla="*/ 27097 w 1352147"/>
              <a:gd name="connsiteY10" fmla="*/ 924591 h 924619"/>
              <a:gd name="connsiteX11" fmla="*/ 29807 w 1352147"/>
              <a:gd name="connsiteY11" fmla="*/ 924584 h 924619"/>
              <a:gd name="connsiteX12" fmla="*/ 32516 w 1352147"/>
              <a:gd name="connsiteY12" fmla="*/ 924584 h 924619"/>
              <a:gd name="connsiteX13" fmla="*/ 35226 w 1352147"/>
              <a:gd name="connsiteY13" fmla="*/ 924577 h 924619"/>
              <a:gd name="connsiteX14" fmla="*/ 37936 w 1352147"/>
              <a:gd name="connsiteY14" fmla="*/ 924570 h 924619"/>
              <a:gd name="connsiteX15" fmla="*/ 40646 w 1352147"/>
              <a:gd name="connsiteY15" fmla="*/ 924570 h 924619"/>
              <a:gd name="connsiteX16" fmla="*/ 43355 w 1352147"/>
              <a:gd name="connsiteY16" fmla="*/ 924563 h 924619"/>
              <a:gd name="connsiteX17" fmla="*/ 46065 w 1352147"/>
              <a:gd name="connsiteY17" fmla="*/ 924557 h 924619"/>
              <a:gd name="connsiteX18" fmla="*/ 48775 w 1352147"/>
              <a:gd name="connsiteY18" fmla="*/ 924550 h 924619"/>
              <a:gd name="connsiteX19" fmla="*/ 51484 w 1352147"/>
              <a:gd name="connsiteY19" fmla="*/ 924543 h 924619"/>
              <a:gd name="connsiteX20" fmla="*/ 54194 w 1352147"/>
              <a:gd name="connsiteY20" fmla="*/ 924536 h 924619"/>
              <a:gd name="connsiteX21" fmla="*/ 56904 w 1352147"/>
              <a:gd name="connsiteY21" fmla="*/ 924529 h 924619"/>
              <a:gd name="connsiteX22" fmla="*/ 59614 w 1352147"/>
              <a:gd name="connsiteY22" fmla="*/ 924522 h 924619"/>
              <a:gd name="connsiteX23" fmla="*/ 62323 w 1352147"/>
              <a:gd name="connsiteY23" fmla="*/ 924515 h 924619"/>
              <a:gd name="connsiteX24" fmla="*/ 65033 w 1352147"/>
              <a:gd name="connsiteY24" fmla="*/ 924508 h 924619"/>
              <a:gd name="connsiteX25" fmla="*/ 67743 w 1352147"/>
              <a:gd name="connsiteY25" fmla="*/ 924501 h 924619"/>
              <a:gd name="connsiteX26" fmla="*/ 70453 w 1352147"/>
              <a:gd name="connsiteY26" fmla="*/ 924487 h 924619"/>
              <a:gd name="connsiteX27" fmla="*/ 73162 w 1352147"/>
              <a:gd name="connsiteY27" fmla="*/ 924480 h 924619"/>
              <a:gd name="connsiteX28" fmla="*/ 75872 w 1352147"/>
              <a:gd name="connsiteY28" fmla="*/ 924473 h 924619"/>
              <a:gd name="connsiteX29" fmla="*/ 78582 w 1352147"/>
              <a:gd name="connsiteY29" fmla="*/ 924459 h 924619"/>
              <a:gd name="connsiteX30" fmla="*/ 81291 w 1352147"/>
              <a:gd name="connsiteY30" fmla="*/ 924445 h 924619"/>
              <a:gd name="connsiteX31" fmla="*/ 84001 w 1352147"/>
              <a:gd name="connsiteY31" fmla="*/ 924431 h 924619"/>
              <a:gd name="connsiteX32" fmla="*/ 86711 w 1352147"/>
              <a:gd name="connsiteY32" fmla="*/ 924424 h 924619"/>
              <a:gd name="connsiteX33" fmla="*/ 89421 w 1352147"/>
              <a:gd name="connsiteY33" fmla="*/ 924410 h 924619"/>
              <a:gd name="connsiteX34" fmla="*/ 92130 w 1352147"/>
              <a:gd name="connsiteY34" fmla="*/ 924389 h 924619"/>
              <a:gd name="connsiteX35" fmla="*/ 94840 w 1352147"/>
              <a:gd name="connsiteY35" fmla="*/ 924376 h 924619"/>
              <a:gd name="connsiteX36" fmla="*/ 97550 w 1352147"/>
              <a:gd name="connsiteY36" fmla="*/ 924362 h 924619"/>
              <a:gd name="connsiteX37" fmla="*/ 100259 w 1352147"/>
              <a:gd name="connsiteY37" fmla="*/ 924341 h 924619"/>
              <a:gd name="connsiteX38" fmla="*/ 102969 w 1352147"/>
              <a:gd name="connsiteY38" fmla="*/ 924327 h 924619"/>
              <a:gd name="connsiteX39" fmla="*/ 105679 w 1352147"/>
              <a:gd name="connsiteY39" fmla="*/ 924306 h 924619"/>
              <a:gd name="connsiteX40" fmla="*/ 108389 w 1352147"/>
              <a:gd name="connsiteY40" fmla="*/ 924285 h 924619"/>
              <a:gd name="connsiteX41" fmla="*/ 111098 w 1352147"/>
              <a:gd name="connsiteY41" fmla="*/ 924264 h 924619"/>
              <a:gd name="connsiteX42" fmla="*/ 113808 w 1352147"/>
              <a:gd name="connsiteY42" fmla="*/ 924243 h 924619"/>
              <a:gd name="connsiteX43" fmla="*/ 116517 w 1352147"/>
              <a:gd name="connsiteY43" fmla="*/ 924215 h 924619"/>
              <a:gd name="connsiteX44" fmla="*/ 119227 w 1352147"/>
              <a:gd name="connsiteY44" fmla="*/ 924195 h 924619"/>
              <a:gd name="connsiteX45" fmla="*/ 121937 w 1352147"/>
              <a:gd name="connsiteY45" fmla="*/ 924167 h 924619"/>
              <a:gd name="connsiteX46" fmla="*/ 124647 w 1352147"/>
              <a:gd name="connsiteY46" fmla="*/ 924139 h 924619"/>
              <a:gd name="connsiteX47" fmla="*/ 127357 w 1352147"/>
              <a:gd name="connsiteY47" fmla="*/ 924104 h 924619"/>
              <a:gd name="connsiteX48" fmla="*/ 130066 w 1352147"/>
              <a:gd name="connsiteY48" fmla="*/ 924076 h 924619"/>
              <a:gd name="connsiteX49" fmla="*/ 132776 w 1352147"/>
              <a:gd name="connsiteY49" fmla="*/ 924041 h 924619"/>
              <a:gd name="connsiteX50" fmla="*/ 135485 w 1352147"/>
              <a:gd name="connsiteY50" fmla="*/ 924007 h 924619"/>
              <a:gd name="connsiteX51" fmla="*/ 138195 w 1352147"/>
              <a:gd name="connsiteY51" fmla="*/ 923972 h 924619"/>
              <a:gd name="connsiteX52" fmla="*/ 140905 w 1352147"/>
              <a:gd name="connsiteY52" fmla="*/ 923930 h 924619"/>
              <a:gd name="connsiteX53" fmla="*/ 143615 w 1352147"/>
              <a:gd name="connsiteY53" fmla="*/ 923895 h 924619"/>
              <a:gd name="connsiteX54" fmla="*/ 146325 w 1352147"/>
              <a:gd name="connsiteY54" fmla="*/ 923853 h 924619"/>
              <a:gd name="connsiteX55" fmla="*/ 149034 w 1352147"/>
              <a:gd name="connsiteY55" fmla="*/ 923805 h 924619"/>
              <a:gd name="connsiteX56" fmla="*/ 151744 w 1352147"/>
              <a:gd name="connsiteY56" fmla="*/ 923756 h 924619"/>
              <a:gd name="connsiteX57" fmla="*/ 154453 w 1352147"/>
              <a:gd name="connsiteY57" fmla="*/ 923707 h 924619"/>
              <a:gd name="connsiteX58" fmla="*/ 157163 w 1352147"/>
              <a:gd name="connsiteY58" fmla="*/ 923659 h 924619"/>
              <a:gd name="connsiteX59" fmla="*/ 159873 w 1352147"/>
              <a:gd name="connsiteY59" fmla="*/ 923603 h 924619"/>
              <a:gd name="connsiteX60" fmla="*/ 162583 w 1352147"/>
              <a:gd name="connsiteY60" fmla="*/ 923547 h 924619"/>
              <a:gd name="connsiteX61" fmla="*/ 165293 w 1352147"/>
              <a:gd name="connsiteY61" fmla="*/ 923485 h 924619"/>
              <a:gd name="connsiteX62" fmla="*/ 168002 w 1352147"/>
              <a:gd name="connsiteY62" fmla="*/ 923422 h 924619"/>
              <a:gd name="connsiteX63" fmla="*/ 170712 w 1352147"/>
              <a:gd name="connsiteY63" fmla="*/ 923359 h 924619"/>
              <a:gd name="connsiteX64" fmla="*/ 173421 w 1352147"/>
              <a:gd name="connsiteY64" fmla="*/ 923290 h 924619"/>
              <a:gd name="connsiteX65" fmla="*/ 176131 w 1352147"/>
              <a:gd name="connsiteY65" fmla="*/ 923213 h 924619"/>
              <a:gd name="connsiteX66" fmla="*/ 178841 w 1352147"/>
              <a:gd name="connsiteY66" fmla="*/ 923137 h 924619"/>
              <a:gd name="connsiteX67" fmla="*/ 181551 w 1352147"/>
              <a:gd name="connsiteY67" fmla="*/ 923060 h 924619"/>
              <a:gd name="connsiteX68" fmla="*/ 184261 w 1352147"/>
              <a:gd name="connsiteY68" fmla="*/ 922976 h 924619"/>
              <a:gd name="connsiteX69" fmla="*/ 186971 w 1352147"/>
              <a:gd name="connsiteY69" fmla="*/ 922886 h 924619"/>
              <a:gd name="connsiteX70" fmla="*/ 189680 w 1352147"/>
              <a:gd name="connsiteY70" fmla="*/ 922795 h 924619"/>
              <a:gd name="connsiteX71" fmla="*/ 192389 w 1352147"/>
              <a:gd name="connsiteY71" fmla="*/ 922698 h 924619"/>
              <a:gd name="connsiteX72" fmla="*/ 195099 w 1352147"/>
              <a:gd name="connsiteY72" fmla="*/ 922601 h 924619"/>
              <a:gd name="connsiteX73" fmla="*/ 197809 w 1352147"/>
              <a:gd name="connsiteY73" fmla="*/ 922489 h 924619"/>
              <a:gd name="connsiteX74" fmla="*/ 200519 w 1352147"/>
              <a:gd name="connsiteY74" fmla="*/ 922385 h 924619"/>
              <a:gd name="connsiteX75" fmla="*/ 203229 w 1352147"/>
              <a:gd name="connsiteY75" fmla="*/ 922266 h 924619"/>
              <a:gd name="connsiteX76" fmla="*/ 205939 w 1352147"/>
              <a:gd name="connsiteY76" fmla="*/ 922148 h 924619"/>
              <a:gd name="connsiteX77" fmla="*/ 208648 w 1352147"/>
              <a:gd name="connsiteY77" fmla="*/ 922023 h 924619"/>
              <a:gd name="connsiteX78" fmla="*/ 211357 w 1352147"/>
              <a:gd name="connsiteY78" fmla="*/ 921891 h 924619"/>
              <a:gd name="connsiteX79" fmla="*/ 214067 w 1352147"/>
              <a:gd name="connsiteY79" fmla="*/ 921751 h 924619"/>
              <a:gd name="connsiteX80" fmla="*/ 216777 w 1352147"/>
              <a:gd name="connsiteY80" fmla="*/ 921605 h 924619"/>
              <a:gd name="connsiteX81" fmla="*/ 219487 w 1352147"/>
              <a:gd name="connsiteY81" fmla="*/ 921452 h 924619"/>
              <a:gd name="connsiteX82" fmla="*/ 222197 w 1352147"/>
              <a:gd name="connsiteY82" fmla="*/ 921299 h 924619"/>
              <a:gd name="connsiteX83" fmla="*/ 224907 w 1352147"/>
              <a:gd name="connsiteY83" fmla="*/ 921132 h 924619"/>
              <a:gd name="connsiteX84" fmla="*/ 227616 w 1352147"/>
              <a:gd name="connsiteY84" fmla="*/ 920965 h 924619"/>
              <a:gd name="connsiteX85" fmla="*/ 230326 w 1352147"/>
              <a:gd name="connsiteY85" fmla="*/ 920784 h 924619"/>
              <a:gd name="connsiteX86" fmla="*/ 233035 w 1352147"/>
              <a:gd name="connsiteY86" fmla="*/ 920596 h 924619"/>
              <a:gd name="connsiteX87" fmla="*/ 235745 w 1352147"/>
              <a:gd name="connsiteY87" fmla="*/ 920401 h 924619"/>
              <a:gd name="connsiteX88" fmla="*/ 238455 w 1352147"/>
              <a:gd name="connsiteY88" fmla="*/ 920199 h 924619"/>
              <a:gd name="connsiteX89" fmla="*/ 241165 w 1352147"/>
              <a:gd name="connsiteY89" fmla="*/ 919990 h 924619"/>
              <a:gd name="connsiteX90" fmla="*/ 243875 w 1352147"/>
              <a:gd name="connsiteY90" fmla="*/ 919768 h 924619"/>
              <a:gd name="connsiteX91" fmla="*/ 246584 w 1352147"/>
              <a:gd name="connsiteY91" fmla="*/ 919538 h 924619"/>
              <a:gd name="connsiteX92" fmla="*/ 249294 w 1352147"/>
              <a:gd name="connsiteY92" fmla="*/ 919301 h 924619"/>
              <a:gd name="connsiteX93" fmla="*/ 252003 w 1352147"/>
              <a:gd name="connsiteY93" fmla="*/ 919051 h 924619"/>
              <a:gd name="connsiteX94" fmla="*/ 254713 w 1352147"/>
              <a:gd name="connsiteY94" fmla="*/ 918793 h 924619"/>
              <a:gd name="connsiteX95" fmla="*/ 257423 w 1352147"/>
              <a:gd name="connsiteY95" fmla="*/ 918522 h 924619"/>
              <a:gd name="connsiteX96" fmla="*/ 260133 w 1352147"/>
              <a:gd name="connsiteY96" fmla="*/ 918243 h 924619"/>
              <a:gd name="connsiteX97" fmla="*/ 262842 w 1352147"/>
              <a:gd name="connsiteY97" fmla="*/ 917951 h 924619"/>
              <a:gd name="connsiteX98" fmla="*/ 265552 w 1352147"/>
              <a:gd name="connsiteY98" fmla="*/ 917644 h 924619"/>
              <a:gd name="connsiteX99" fmla="*/ 268262 w 1352147"/>
              <a:gd name="connsiteY99" fmla="*/ 917331 h 924619"/>
              <a:gd name="connsiteX100" fmla="*/ 270971 w 1352147"/>
              <a:gd name="connsiteY100" fmla="*/ 916997 h 924619"/>
              <a:gd name="connsiteX101" fmla="*/ 273681 w 1352147"/>
              <a:gd name="connsiteY101" fmla="*/ 916656 h 924619"/>
              <a:gd name="connsiteX102" fmla="*/ 276391 w 1352147"/>
              <a:gd name="connsiteY102" fmla="*/ 916308 h 924619"/>
              <a:gd name="connsiteX103" fmla="*/ 279101 w 1352147"/>
              <a:gd name="connsiteY103" fmla="*/ 915939 h 924619"/>
              <a:gd name="connsiteX104" fmla="*/ 281810 w 1352147"/>
              <a:gd name="connsiteY104" fmla="*/ 915556 h 924619"/>
              <a:gd name="connsiteX105" fmla="*/ 284520 w 1352147"/>
              <a:gd name="connsiteY105" fmla="*/ 915160 h 924619"/>
              <a:gd name="connsiteX106" fmla="*/ 287230 w 1352147"/>
              <a:gd name="connsiteY106" fmla="*/ 914749 h 924619"/>
              <a:gd name="connsiteX107" fmla="*/ 289939 w 1352147"/>
              <a:gd name="connsiteY107" fmla="*/ 914317 h 924619"/>
              <a:gd name="connsiteX108" fmla="*/ 292649 w 1352147"/>
              <a:gd name="connsiteY108" fmla="*/ 913879 h 924619"/>
              <a:gd name="connsiteX109" fmla="*/ 295359 w 1352147"/>
              <a:gd name="connsiteY109" fmla="*/ 913419 h 924619"/>
              <a:gd name="connsiteX110" fmla="*/ 298069 w 1352147"/>
              <a:gd name="connsiteY110" fmla="*/ 912939 h 924619"/>
              <a:gd name="connsiteX111" fmla="*/ 300778 w 1352147"/>
              <a:gd name="connsiteY111" fmla="*/ 912445 h 924619"/>
              <a:gd name="connsiteX112" fmla="*/ 303488 w 1352147"/>
              <a:gd name="connsiteY112" fmla="*/ 911937 h 924619"/>
              <a:gd name="connsiteX113" fmla="*/ 306198 w 1352147"/>
              <a:gd name="connsiteY113" fmla="*/ 911408 h 924619"/>
              <a:gd name="connsiteX114" fmla="*/ 308907 w 1352147"/>
              <a:gd name="connsiteY114" fmla="*/ 910858 h 924619"/>
              <a:gd name="connsiteX115" fmla="*/ 311617 w 1352147"/>
              <a:gd name="connsiteY115" fmla="*/ 910287 h 924619"/>
              <a:gd name="connsiteX116" fmla="*/ 314327 w 1352147"/>
              <a:gd name="connsiteY116" fmla="*/ 909695 h 924619"/>
              <a:gd name="connsiteX117" fmla="*/ 317037 w 1352147"/>
              <a:gd name="connsiteY117" fmla="*/ 909090 h 924619"/>
              <a:gd name="connsiteX118" fmla="*/ 319746 w 1352147"/>
              <a:gd name="connsiteY118" fmla="*/ 908456 h 924619"/>
              <a:gd name="connsiteX119" fmla="*/ 322456 w 1352147"/>
              <a:gd name="connsiteY119" fmla="*/ 907809 h 924619"/>
              <a:gd name="connsiteX120" fmla="*/ 325166 w 1352147"/>
              <a:gd name="connsiteY120" fmla="*/ 907134 h 924619"/>
              <a:gd name="connsiteX121" fmla="*/ 327876 w 1352147"/>
              <a:gd name="connsiteY121" fmla="*/ 906438 h 924619"/>
              <a:gd name="connsiteX122" fmla="*/ 330585 w 1352147"/>
              <a:gd name="connsiteY122" fmla="*/ 905714 h 924619"/>
              <a:gd name="connsiteX123" fmla="*/ 333295 w 1352147"/>
              <a:gd name="connsiteY123" fmla="*/ 904969 h 924619"/>
              <a:gd name="connsiteX124" fmla="*/ 336004 w 1352147"/>
              <a:gd name="connsiteY124" fmla="*/ 904203 h 924619"/>
              <a:gd name="connsiteX125" fmla="*/ 338714 w 1352147"/>
              <a:gd name="connsiteY125" fmla="*/ 903410 h 924619"/>
              <a:gd name="connsiteX126" fmla="*/ 341424 w 1352147"/>
              <a:gd name="connsiteY126" fmla="*/ 902588 h 924619"/>
              <a:gd name="connsiteX127" fmla="*/ 344134 w 1352147"/>
              <a:gd name="connsiteY127" fmla="*/ 901746 h 924619"/>
              <a:gd name="connsiteX128" fmla="*/ 346844 w 1352147"/>
              <a:gd name="connsiteY128" fmla="*/ 900869 h 924619"/>
              <a:gd name="connsiteX129" fmla="*/ 349553 w 1352147"/>
              <a:gd name="connsiteY129" fmla="*/ 899971 h 924619"/>
              <a:gd name="connsiteX130" fmla="*/ 352263 w 1352147"/>
              <a:gd name="connsiteY130" fmla="*/ 899038 h 924619"/>
              <a:gd name="connsiteX131" fmla="*/ 354972 w 1352147"/>
              <a:gd name="connsiteY131" fmla="*/ 898078 h 924619"/>
              <a:gd name="connsiteX132" fmla="*/ 357682 w 1352147"/>
              <a:gd name="connsiteY132" fmla="*/ 897096 h 924619"/>
              <a:gd name="connsiteX133" fmla="*/ 360392 w 1352147"/>
              <a:gd name="connsiteY133" fmla="*/ 896073 h 924619"/>
              <a:gd name="connsiteX134" fmla="*/ 363102 w 1352147"/>
              <a:gd name="connsiteY134" fmla="*/ 895029 h 924619"/>
              <a:gd name="connsiteX135" fmla="*/ 365812 w 1352147"/>
              <a:gd name="connsiteY135" fmla="*/ 893943 h 924619"/>
              <a:gd name="connsiteX136" fmla="*/ 368521 w 1352147"/>
              <a:gd name="connsiteY136" fmla="*/ 892829 h 924619"/>
              <a:gd name="connsiteX137" fmla="*/ 371231 w 1352147"/>
              <a:gd name="connsiteY137" fmla="*/ 891688 h 924619"/>
              <a:gd name="connsiteX138" fmla="*/ 373940 w 1352147"/>
              <a:gd name="connsiteY138" fmla="*/ 890505 h 924619"/>
              <a:gd name="connsiteX139" fmla="*/ 376650 w 1352147"/>
              <a:gd name="connsiteY139" fmla="*/ 889293 h 924619"/>
              <a:gd name="connsiteX140" fmla="*/ 379360 w 1352147"/>
              <a:gd name="connsiteY140" fmla="*/ 888040 h 924619"/>
              <a:gd name="connsiteX141" fmla="*/ 382070 w 1352147"/>
              <a:gd name="connsiteY141" fmla="*/ 886760 h 924619"/>
              <a:gd name="connsiteX142" fmla="*/ 384780 w 1352147"/>
              <a:gd name="connsiteY142" fmla="*/ 885437 h 924619"/>
              <a:gd name="connsiteX143" fmla="*/ 387489 w 1352147"/>
              <a:gd name="connsiteY143" fmla="*/ 884080 h 924619"/>
              <a:gd name="connsiteX144" fmla="*/ 390199 w 1352147"/>
              <a:gd name="connsiteY144" fmla="*/ 882681 h 924619"/>
              <a:gd name="connsiteX145" fmla="*/ 392908 w 1352147"/>
              <a:gd name="connsiteY145" fmla="*/ 881247 h 924619"/>
              <a:gd name="connsiteX146" fmla="*/ 395618 w 1352147"/>
              <a:gd name="connsiteY146" fmla="*/ 879778 h 924619"/>
              <a:gd name="connsiteX147" fmla="*/ 398328 w 1352147"/>
              <a:gd name="connsiteY147" fmla="*/ 878261 h 924619"/>
              <a:gd name="connsiteX148" fmla="*/ 401038 w 1352147"/>
              <a:gd name="connsiteY148" fmla="*/ 876708 h 924619"/>
              <a:gd name="connsiteX149" fmla="*/ 403748 w 1352147"/>
              <a:gd name="connsiteY149" fmla="*/ 875114 h 924619"/>
              <a:gd name="connsiteX150" fmla="*/ 406457 w 1352147"/>
              <a:gd name="connsiteY150" fmla="*/ 873479 h 924619"/>
              <a:gd name="connsiteX151" fmla="*/ 409167 w 1352147"/>
              <a:gd name="connsiteY151" fmla="*/ 871801 h 924619"/>
              <a:gd name="connsiteX152" fmla="*/ 411876 w 1352147"/>
              <a:gd name="connsiteY152" fmla="*/ 870082 h 924619"/>
              <a:gd name="connsiteX153" fmla="*/ 414586 w 1352147"/>
              <a:gd name="connsiteY153" fmla="*/ 868314 h 924619"/>
              <a:gd name="connsiteX154" fmla="*/ 417296 w 1352147"/>
              <a:gd name="connsiteY154" fmla="*/ 866504 h 924619"/>
              <a:gd name="connsiteX155" fmla="*/ 420006 w 1352147"/>
              <a:gd name="connsiteY155" fmla="*/ 864652 h 924619"/>
              <a:gd name="connsiteX156" fmla="*/ 422716 w 1352147"/>
              <a:gd name="connsiteY156" fmla="*/ 862752 h 924619"/>
              <a:gd name="connsiteX157" fmla="*/ 425425 w 1352147"/>
              <a:gd name="connsiteY157" fmla="*/ 860803 h 924619"/>
              <a:gd name="connsiteX158" fmla="*/ 428135 w 1352147"/>
              <a:gd name="connsiteY158" fmla="*/ 858812 h 924619"/>
              <a:gd name="connsiteX159" fmla="*/ 430844 w 1352147"/>
              <a:gd name="connsiteY159" fmla="*/ 856773 h 924619"/>
              <a:gd name="connsiteX160" fmla="*/ 433554 w 1352147"/>
              <a:gd name="connsiteY160" fmla="*/ 854685 h 924619"/>
              <a:gd name="connsiteX161" fmla="*/ 436264 w 1352147"/>
              <a:gd name="connsiteY161" fmla="*/ 852548 h 924619"/>
              <a:gd name="connsiteX162" fmla="*/ 438974 w 1352147"/>
              <a:gd name="connsiteY162" fmla="*/ 850362 h 924619"/>
              <a:gd name="connsiteX163" fmla="*/ 441684 w 1352147"/>
              <a:gd name="connsiteY163" fmla="*/ 848128 h 924619"/>
              <a:gd name="connsiteX164" fmla="*/ 444394 w 1352147"/>
              <a:gd name="connsiteY164" fmla="*/ 845837 h 924619"/>
              <a:gd name="connsiteX165" fmla="*/ 447103 w 1352147"/>
              <a:gd name="connsiteY165" fmla="*/ 843499 h 924619"/>
              <a:gd name="connsiteX166" fmla="*/ 449812 w 1352147"/>
              <a:gd name="connsiteY166" fmla="*/ 841111 h 924619"/>
              <a:gd name="connsiteX167" fmla="*/ 452520 w 1352147"/>
              <a:gd name="connsiteY167" fmla="*/ 838675 h 924619"/>
              <a:gd name="connsiteX168" fmla="*/ 455235 w 1352147"/>
              <a:gd name="connsiteY168" fmla="*/ 836183 h 924619"/>
              <a:gd name="connsiteX169" fmla="*/ 457943 w 1352147"/>
              <a:gd name="connsiteY169" fmla="*/ 833635 h 924619"/>
              <a:gd name="connsiteX170" fmla="*/ 460650 w 1352147"/>
              <a:gd name="connsiteY170" fmla="*/ 831039 h 924619"/>
              <a:gd name="connsiteX171" fmla="*/ 463358 w 1352147"/>
              <a:gd name="connsiteY171" fmla="*/ 828387 h 924619"/>
              <a:gd name="connsiteX172" fmla="*/ 466073 w 1352147"/>
              <a:gd name="connsiteY172" fmla="*/ 825679 h 924619"/>
              <a:gd name="connsiteX173" fmla="*/ 468781 w 1352147"/>
              <a:gd name="connsiteY173" fmla="*/ 822923 h 924619"/>
              <a:gd name="connsiteX174" fmla="*/ 471488 w 1352147"/>
              <a:gd name="connsiteY174" fmla="*/ 820104 h 924619"/>
              <a:gd name="connsiteX175" fmla="*/ 474203 w 1352147"/>
              <a:gd name="connsiteY175" fmla="*/ 817236 h 924619"/>
              <a:gd name="connsiteX176" fmla="*/ 476911 w 1352147"/>
              <a:gd name="connsiteY176" fmla="*/ 814305 h 924619"/>
              <a:gd name="connsiteX177" fmla="*/ 479618 w 1352147"/>
              <a:gd name="connsiteY177" fmla="*/ 811326 h 924619"/>
              <a:gd name="connsiteX178" fmla="*/ 482326 w 1352147"/>
              <a:gd name="connsiteY178" fmla="*/ 808291 h 924619"/>
              <a:gd name="connsiteX179" fmla="*/ 485041 w 1352147"/>
              <a:gd name="connsiteY179" fmla="*/ 805194 h 924619"/>
              <a:gd name="connsiteX180" fmla="*/ 487749 w 1352147"/>
              <a:gd name="connsiteY180" fmla="*/ 802040 h 924619"/>
              <a:gd name="connsiteX181" fmla="*/ 490456 w 1352147"/>
              <a:gd name="connsiteY181" fmla="*/ 798839 h 924619"/>
              <a:gd name="connsiteX182" fmla="*/ 493171 w 1352147"/>
              <a:gd name="connsiteY182" fmla="*/ 795574 h 924619"/>
              <a:gd name="connsiteX183" fmla="*/ 495879 w 1352147"/>
              <a:gd name="connsiteY183" fmla="*/ 792247 h 924619"/>
              <a:gd name="connsiteX184" fmla="*/ 498586 w 1352147"/>
              <a:gd name="connsiteY184" fmla="*/ 788871 h 924619"/>
              <a:gd name="connsiteX185" fmla="*/ 501294 w 1352147"/>
              <a:gd name="connsiteY185" fmla="*/ 785432 h 924619"/>
              <a:gd name="connsiteX186" fmla="*/ 504009 w 1352147"/>
              <a:gd name="connsiteY186" fmla="*/ 781938 h 924619"/>
              <a:gd name="connsiteX187" fmla="*/ 506717 w 1352147"/>
              <a:gd name="connsiteY187" fmla="*/ 778388 h 924619"/>
              <a:gd name="connsiteX188" fmla="*/ 509424 w 1352147"/>
              <a:gd name="connsiteY188" fmla="*/ 774782 h 924619"/>
              <a:gd name="connsiteX189" fmla="*/ 512139 w 1352147"/>
              <a:gd name="connsiteY189" fmla="*/ 771114 h 924619"/>
              <a:gd name="connsiteX190" fmla="*/ 514847 w 1352147"/>
              <a:gd name="connsiteY190" fmla="*/ 767390 h 924619"/>
              <a:gd name="connsiteX191" fmla="*/ 517554 w 1352147"/>
              <a:gd name="connsiteY191" fmla="*/ 763610 h 924619"/>
              <a:gd name="connsiteX192" fmla="*/ 520262 w 1352147"/>
              <a:gd name="connsiteY192" fmla="*/ 759775 h 924619"/>
              <a:gd name="connsiteX193" fmla="*/ 522977 w 1352147"/>
              <a:gd name="connsiteY193" fmla="*/ 755877 h 924619"/>
              <a:gd name="connsiteX194" fmla="*/ 525685 w 1352147"/>
              <a:gd name="connsiteY194" fmla="*/ 751923 h 924619"/>
              <a:gd name="connsiteX195" fmla="*/ 528392 w 1352147"/>
              <a:gd name="connsiteY195" fmla="*/ 747914 h 924619"/>
              <a:gd name="connsiteX196" fmla="*/ 531107 w 1352147"/>
              <a:gd name="connsiteY196" fmla="*/ 743849 h 924619"/>
              <a:gd name="connsiteX197" fmla="*/ 533815 w 1352147"/>
              <a:gd name="connsiteY197" fmla="*/ 739728 h 924619"/>
              <a:gd name="connsiteX198" fmla="*/ 536522 w 1352147"/>
              <a:gd name="connsiteY198" fmla="*/ 735551 h 924619"/>
              <a:gd name="connsiteX199" fmla="*/ 539230 w 1352147"/>
              <a:gd name="connsiteY199" fmla="*/ 731319 h 924619"/>
              <a:gd name="connsiteX200" fmla="*/ 541945 w 1352147"/>
              <a:gd name="connsiteY200" fmla="*/ 727025 h 924619"/>
              <a:gd name="connsiteX201" fmla="*/ 544653 w 1352147"/>
              <a:gd name="connsiteY201" fmla="*/ 722681 h 924619"/>
              <a:gd name="connsiteX202" fmla="*/ 547360 w 1352147"/>
              <a:gd name="connsiteY202" fmla="*/ 718282 h 924619"/>
              <a:gd name="connsiteX203" fmla="*/ 550075 w 1352147"/>
              <a:gd name="connsiteY203" fmla="*/ 713834 h 924619"/>
              <a:gd name="connsiteX204" fmla="*/ 552783 w 1352147"/>
              <a:gd name="connsiteY204" fmla="*/ 709323 h 924619"/>
              <a:gd name="connsiteX205" fmla="*/ 555491 w 1352147"/>
              <a:gd name="connsiteY205" fmla="*/ 704764 h 924619"/>
              <a:gd name="connsiteX206" fmla="*/ 558198 w 1352147"/>
              <a:gd name="connsiteY206" fmla="*/ 700156 h 924619"/>
              <a:gd name="connsiteX207" fmla="*/ 560913 w 1352147"/>
              <a:gd name="connsiteY207" fmla="*/ 695492 h 924619"/>
              <a:gd name="connsiteX208" fmla="*/ 563621 w 1352147"/>
              <a:gd name="connsiteY208" fmla="*/ 690780 h 924619"/>
              <a:gd name="connsiteX209" fmla="*/ 566328 w 1352147"/>
              <a:gd name="connsiteY209" fmla="*/ 686012 h 924619"/>
              <a:gd name="connsiteX210" fmla="*/ 569043 w 1352147"/>
              <a:gd name="connsiteY210" fmla="*/ 681195 h 924619"/>
              <a:gd name="connsiteX211" fmla="*/ 571751 w 1352147"/>
              <a:gd name="connsiteY211" fmla="*/ 676336 h 924619"/>
              <a:gd name="connsiteX212" fmla="*/ 574459 w 1352147"/>
              <a:gd name="connsiteY212" fmla="*/ 671422 h 924619"/>
              <a:gd name="connsiteX213" fmla="*/ 577166 w 1352147"/>
              <a:gd name="connsiteY213" fmla="*/ 666459 h 924619"/>
              <a:gd name="connsiteX214" fmla="*/ 579881 w 1352147"/>
              <a:gd name="connsiteY214" fmla="*/ 661455 h 924619"/>
              <a:gd name="connsiteX215" fmla="*/ 582589 w 1352147"/>
              <a:gd name="connsiteY215" fmla="*/ 656403 h 924619"/>
              <a:gd name="connsiteX216" fmla="*/ 585296 w 1352147"/>
              <a:gd name="connsiteY216" fmla="*/ 651305 h 924619"/>
              <a:gd name="connsiteX217" fmla="*/ 588011 w 1352147"/>
              <a:gd name="connsiteY217" fmla="*/ 646164 h 924619"/>
              <a:gd name="connsiteX218" fmla="*/ 590719 w 1352147"/>
              <a:gd name="connsiteY218" fmla="*/ 640979 h 924619"/>
              <a:gd name="connsiteX219" fmla="*/ 593427 w 1352147"/>
              <a:gd name="connsiteY219" fmla="*/ 635752 h 924619"/>
              <a:gd name="connsiteX220" fmla="*/ 596134 w 1352147"/>
              <a:gd name="connsiteY220" fmla="*/ 630483 h 924619"/>
              <a:gd name="connsiteX221" fmla="*/ 598849 w 1352147"/>
              <a:gd name="connsiteY221" fmla="*/ 625175 h 924619"/>
              <a:gd name="connsiteX222" fmla="*/ 601557 w 1352147"/>
              <a:gd name="connsiteY222" fmla="*/ 619828 h 924619"/>
              <a:gd name="connsiteX223" fmla="*/ 604265 w 1352147"/>
              <a:gd name="connsiteY223" fmla="*/ 614443 h 924619"/>
              <a:gd name="connsiteX224" fmla="*/ 606979 w 1352147"/>
              <a:gd name="connsiteY224" fmla="*/ 609021 h 924619"/>
              <a:gd name="connsiteX225" fmla="*/ 609687 w 1352147"/>
              <a:gd name="connsiteY225" fmla="*/ 603563 h 924619"/>
              <a:gd name="connsiteX226" fmla="*/ 612395 w 1352147"/>
              <a:gd name="connsiteY226" fmla="*/ 598071 h 924619"/>
              <a:gd name="connsiteX227" fmla="*/ 615102 w 1352147"/>
              <a:gd name="connsiteY227" fmla="*/ 592546 h 924619"/>
              <a:gd name="connsiteX228" fmla="*/ 617817 w 1352147"/>
              <a:gd name="connsiteY228" fmla="*/ 586988 h 924619"/>
              <a:gd name="connsiteX229" fmla="*/ 620525 w 1352147"/>
              <a:gd name="connsiteY229" fmla="*/ 581400 h 924619"/>
              <a:gd name="connsiteX230" fmla="*/ 623233 w 1352147"/>
              <a:gd name="connsiteY230" fmla="*/ 575783 h 924619"/>
              <a:gd name="connsiteX231" fmla="*/ 625947 w 1352147"/>
              <a:gd name="connsiteY231" fmla="*/ 570136 h 924619"/>
              <a:gd name="connsiteX232" fmla="*/ 628655 w 1352147"/>
              <a:gd name="connsiteY232" fmla="*/ 564464 h 924619"/>
              <a:gd name="connsiteX233" fmla="*/ 631363 w 1352147"/>
              <a:gd name="connsiteY233" fmla="*/ 558765 h 924619"/>
              <a:gd name="connsiteX234" fmla="*/ 634070 w 1352147"/>
              <a:gd name="connsiteY234" fmla="*/ 553043 h 924619"/>
              <a:gd name="connsiteX235" fmla="*/ 636785 w 1352147"/>
              <a:gd name="connsiteY235" fmla="*/ 547297 h 924619"/>
              <a:gd name="connsiteX236" fmla="*/ 639493 w 1352147"/>
              <a:gd name="connsiteY236" fmla="*/ 541530 h 924619"/>
              <a:gd name="connsiteX237" fmla="*/ 642201 w 1352147"/>
              <a:gd name="connsiteY237" fmla="*/ 535743 h 924619"/>
              <a:gd name="connsiteX238" fmla="*/ 644915 w 1352147"/>
              <a:gd name="connsiteY238" fmla="*/ 529938 h 924619"/>
              <a:gd name="connsiteX239" fmla="*/ 647623 w 1352147"/>
              <a:gd name="connsiteY239" fmla="*/ 524115 h 924619"/>
              <a:gd name="connsiteX240" fmla="*/ 650331 w 1352147"/>
              <a:gd name="connsiteY240" fmla="*/ 518277 h 924619"/>
              <a:gd name="connsiteX241" fmla="*/ 653038 w 1352147"/>
              <a:gd name="connsiteY241" fmla="*/ 512423 h 924619"/>
              <a:gd name="connsiteX242" fmla="*/ 655753 w 1352147"/>
              <a:gd name="connsiteY242" fmla="*/ 506558 h 924619"/>
              <a:gd name="connsiteX243" fmla="*/ 658461 w 1352147"/>
              <a:gd name="connsiteY243" fmla="*/ 500681 h 924619"/>
              <a:gd name="connsiteX244" fmla="*/ 661169 w 1352147"/>
              <a:gd name="connsiteY244" fmla="*/ 494795 h 924619"/>
              <a:gd name="connsiteX245" fmla="*/ 663883 w 1352147"/>
              <a:gd name="connsiteY245" fmla="*/ 488900 h 924619"/>
              <a:gd name="connsiteX246" fmla="*/ 666591 w 1352147"/>
              <a:gd name="connsiteY246" fmla="*/ 482998 h 924619"/>
              <a:gd name="connsiteX247" fmla="*/ 669299 w 1352147"/>
              <a:gd name="connsiteY247" fmla="*/ 477090 h 924619"/>
              <a:gd name="connsiteX248" fmla="*/ 672006 w 1352147"/>
              <a:gd name="connsiteY248" fmla="*/ 471179 h 924619"/>
              <a:gd name="connsiteX249" fmla="*/ 674721 w 1352147"/>
              <a:gd name="connsiteY249" fmla="*/ 465266 h 924619"/>
              <a:gd name="connsiteX250" fmla="*/ 677429 w 1352147"/>
              <a:gd name="connsiteY250" fmla="*/ 459352 h 924619"/>
              <a:gd name="connsiteX251" fmla="*/ 680137 w 1352147"/>
              <a:gd name="connsiteY251" fmla="*/ 453439 h 924619"/>
              <a:gd name="connsiteX252" fmla="*/ 682851 w 1352147"/>
              <a:gd name="connsiteY252" fmla="*/ 447528 h 924619"/>
              <a:gd name="connsiteX253" fmla="*/ 685559 w 1352147"/>
              <a:gd name="connsiteY253" fmla="*/ 441620 h 924619"/>
              <a:gd name="connsiteX254" fmla="*/ 688267 w 1352147"/>
              <a:gd name="connsiteY254" fmla="*/ 435718 h 924619"/>
              <a:gd name="connsiteX255" fmla="*/ 690974 w 1352147"/>
              <a:gd name="connsiteY255" fmla="*/ 429823 h 924619"/>
              <a:gd name="connsiteX256" fmla="*/ 693689 w 1352147"/>
              <a:gd name="connsiteY256" fmla="*/ 423936 h 924619"/>
              <a:gd name="connsiteX257" fmla="*/ 696397 w 1352147"/>
              <a:gd name="connsiteY257" fmla="*/ 418059 h 924619"/>
              <a:gd name="connsiteX258" fmla="*/ 699105 w 1352147"/>
              <a:gd name="connsiteY258" fmla="*/ 412194 h 924619"/>
              <a:gd name="connsiteX259" fmla="*/ 701819 w 1352147"/>
              <a:gd name="connsiteY259" fmla="*/ 406341 h 924619"/>
              <a:gd name="connsiteX260" fmla="*/ 704527 w 1352147"/>
              <a:gd name="connsiteY260" fmla="*/ 400503 h 924619"/>
              <a:gd name="connsiteX261" fmla="*/ 707235 w 1352147"/>
              <a:gd name="connsiteY261" fmla="*/ 394680 h 924619"/>
              <a:gd name="connsiteX262" fmla="*/ 709943 w 1352147"/>
              <a:gd name="connsiteY262" fmla="*/ 388874 h 924619"/>
              <a:gd name="connsiteX263" fmla="*/ 712657 w 1352147"/>
              <a:gd name="connsiteY263" fmla="*/ 383087 h 924619"/>
              <a:gd name="connsiteX264" fmla="*/ 715365 w 1352147"/>
              <a:gd name="connsiteY264" fmla="*/ 377320 h 924619"/>
              <a:gd name="connsiteX265" fmla="*/ 718073 w 1352147"/>
              <a:gd name="connsiteY265" fmla="*/ 371575 h 924619"/>
              <a:gd name="connsiteX266" fmla="*/ 720787 w 1352147"/>
              <a:gd name="connsiteY266" fmla="*/ 365852 h 924619"/>
              <a:gd name="connsiteX267" fmla="*/ 723495 w 1352147"/>
              <a:gd name="connsiteY267" fmla="*/ 360154 h 924619"/>
              <a:gd name="connsiteX268" fmla="*/ 726203 w 1352147"/>
              <a:gd name="connsiteY268" fmla="*/ 354481 h 924619"/>
              <a:gd name="connsiteX269" fmla="*/ 728911 w 1352147"/>
              <a:gd name="connsiteY269" fmla="*/ 348835 h 924619"/>
              <a:gd name="connsiteX270" fmla="*/ 731625 w 1352147"/>
              <a:gd name="connsiteY270" fmla="*/ 343217 h 924619"/>
              <a:gd name="connsiteX271" fmla="*/ 734333 w 1352147"/>
              <a:gd name="connsiteY271" fmla="*/ 337629 h 924619"/>
              <a:gd name="connsiteX272" fmla="*/ 737041 w 1352147"/>
              <a:gd name="connsiteY272" fmla="*/ 332072 h 924619"/>
              <a:gd name="connsiteX273" fmla="*/ 739755 w 1352147"/>
              <a:gd name="connsiteY273" fmla="*/ 326546 h 924619"/>
              <a:gd name="connsiteX274" fmla="*/ 742463 w 1352147"/>
              <a:gd name="connsiteY274" fmla="*/ 321054 h 924619"/>
              <a:gd name="connsiteX275" fmla="*/ 745171 w 1352147"/>
              <a:gd name="connsiteY275" fmla="*/ 315597 h 924619"/>
              <a:gd name="connsiteX276" fmla="*/ 747879 w 1352147"/>
              <a:gd name="connsiteY276" fmla="*/ 310175 h 924619"/>
              <a:gd name="connsiteX277" fmla="*/ 750593 w 1352147"/>
              <a:gd name="connsiteY277" fmla="*/ 304789 h 924619"/>
              <a:gd name="connsiteX278" fmla="*/ 753301 w 1352147"/>
              <a:gd name="connsiteY278" fmla="*/ 299442 h 924619"/>
              <a:gd name="connsiteX279" fmla="*/ 756009 w 1352147"/>
              <a:gd name="connsiteY279" fmla="*/ 294134 h 924619"/>
              <a:gd name="connsiteX280" fmla="*/ 758723 w 1352147"/>
              <a:gd name="connsiteY280" fmla="*/ 288866 h 924619"/>
              <a:gd name="connsiteX281" fmla="*/ 761431 w 1352147"/>
              <a:gd name="connsiteY281" fmla="*/ 283639 h 924619"/>
              <a:gd name="connsiteX282" fmla="*/ 764139 w 1352147"/>
              <a:gd name="connsiteY282" fmla="*/ 278454 h 924619"/>
              <a:gd name="connsiteX283" fmla="*/ 766847 w 1352147"/>
              <a:gd name="connsiteY283" fmla="*/ 273313 h 924619"/>
              <a:gd name="connsiteX284" fmla="*/ 769561 w 1352147"/>
              <a:gd name="connsiteY284" fmla="*/ 268215 h 924619"/>
              <a:gd name="connsiteX285" fmla="*/ 772269 w 1352147"/>
              <a:gd name="connsiteY285" fmla="*/ 263163 h 924619"/>
              <a:gd name="connsiteX286" fmla="*/ 774977 w 1352147"/>
              <a:gd name="connsiteY286" fmla="*/ 258156 h 924619"/>
              <a:gd name="connsiteX287" fmla="*/ 777691 w 1352147"/>
              <a:gd name="connsiteY287" fmla="*/ 253196 h 924619"/>
              <a:gd name="connsiteX288" fmla="*/ 780399 w 1352147"/>
              <a:gd name="connsiteY288" fmla="*/ 248283 h 924619"/>
              <a:gd name="connsiteX289" fmla="*/ 783107 w 1352147"/>
              <a:gd name="connsiteY289" fmla="*/ 243419 h 924619"/>
              <a:gd name="connsiteX290" fmla="*/ 785815 w 1352147"/>
              <a:gd name="connsiteY290" fmla="*/ 238604 h 924619"/>
              <a:gd name="connsiteX291" fmla="*/ 788529 w 1352147"/>
              <a:gd name="connsiteY291" fmla="*/ 233839 h 924619"/>
              <a:gd name="connsiteX292" fmla="*/ 791237 w 1352147"/>
              <a:gd name="connsiteY292" fmla="*/ 229125 h 924619"/>
              <a:gd name="connsiteX293" fmla="*/ 793945 w 1352147"/>
              <a:gd name="connsiteY293" fmla="*/ 224462 h 924619"/>
              <a:gd name="connsiteX294" fmla="*/ 796659 w 1352147"/>
              <a:gd name="connsiteY294" fmla="*/ 219850 h 924619"/>
              <a:gd name="connsiteX295" fmla="*/ 799367 w 1352147"/>
              <a:gd name="connsiteY295" fmla="*/ 215291 h 924619"/>
              <a:gd name="connsiteX296" fmla="*/ 802075 w 1352147"/>
              <a:gd name="connsiteY296" fmla="*/ 210785 h 924619"/>
              <a:gd name="connsiteX297" fmla="*/ 804783 w 1352147"/>
              <a:gd name="connsiteY297" fmla="*/ 206333 h 924619"/>
              <a:gd name="connsiteX298" fmla="*/ 807497 w 1352147"/>
              <a:gd name="connsiteY298" fmla="*/ 201935 h 924619"/>
              <a:gd name="connsiteX299" fmla="*/ 810205 w 1352147"/>
              <a:gd name="connsiteY299" fmla="*/ 197590 h 924619"/>
              <a:gd name="connsiteX300" fmla="*/ 812913 w 1352147"/>
              <a:gd name="connsiteY300" fmla="*/ 193302 h 924619"/>
              <a:gd name="connsiteX301" fmla="*/ 815627 w 1352147"/>
              <a:gd name="connsiteY301" fmla="*/ 189068 h 924619"/>
              <a:gd name="connsiteX302" fmla="*/ 818335 w 1352147"/>
              <a:gd name="connsiteY302" fmla="*/ 184890 h 924619"/>
              <a:gd name="connsiteX303" fmla="*/ 821043 w 1352147"/>
              <a:gd name="connsiteY303" fmla="*/ 180768 h 924619"/>
              <a:gd name="connsiteX304" fmla="*/ 823751 w 1352147"/>
              <a:gd name="connsiteY304" fmla="*/ 176702 h 924619"/>
              <a:gd name="connsiteX305" fmla="*/ 826465 w 1352147"/>
              <a:gd name="connsiteY305" fmla="*/ 172693 h 924619"/>
              <a:gd name="connsiteX306" fmla="*/ 829173 w 1352147"/>
              <a:gd name="connsiteY306" fmla="*/ 168741 h 924619"/>
              <a:gd name="connsiteX307" fmla="*/ 831881 w 1352147"/>
              <a:gd name="connsiteY307" fmla="*/ 164845 h 924619"/>
              <a:gd name="connsiteX308" fmla="*/ 834596 w 1352147"/>
              <a:gd name="connsiteY308" fmla="*/ 161007 h 924619"/>
              <a:gd name="connsiteX309" fmla="*/ 837303 w 1352147"/>
              <a:gd name="connsiteY309" fmla="*/ 157226 h 924619"/>
              <a:gd name="connsiteX310" fmla="*/ 840011 w 1352147"/>
              <a:gd name="connsiteY310" fmla="*/ 153502 h 924619"/>
              <a:gd name="connsiteX311" fmla="*/ 842719 w 1352147"/>
              <a:gd name="connsiteY311" fmla="*/ 149836 h 924619"/>
              <a:gd name="connsiteX312" fmla="*/ 845433 w 1352147"/>
              <a:gd name="connsiteY312" fmla="*/ 146228 h 924619"/>
              <a:gd name="connsiteX313" fmla="*/ 848141 w 1352147"/>
              <a:gd name="connsiteY313" fmla="*/ 142676 h 924619"/>
              <a:gd name="connsiteX314" fmla="*/ 850849 w 1352147"/>
              <a:gd name="connsiteY314" fmla="*/ 139183 h 924619"/>
              <a:gd name="connsiteX315" fmla="*/ 853564 w 1352147"/>
              <a:gd name="connsiteY315" fmla="*/ 135746 h 924619"/>
              <a:gd name="connsiteX316" fmla="*/ 856271 w 1352147"/>
              <a:gd name="connsiteY316" fmla="*/ 132367 h 924619"/>
              <a:gd name="connsiteX317" fmla="*/ 858979 w 1352147"/>
              <a:gd name="connsiteY317" fmla="*/ 129046 h 924619"/>
              <a:gd name="connsiteX318" fmla="*/ 861687 w 1352147"/>
              <a:gd name="connsiteY318" fmla="*/ 125782 h 924619"/>
              <a:gd name="connsiteX319" fmla="*/ 864401 w 1352147"/>
              <a:gd name="connsiteY319" fmla="*/ 122574 h 924619"/>
              <a:gd name="connsiteX320" fmla="*/ 867109 w 1352147"/>
              <a:gd name="connsiteY320" fmla="*/ 119423 h 924619"/>
              <a:gd name="connsiteX321" fmla="*/ 869817 w 1352147"/>
              <a:gd name="connsiteY321" fmla="*/ 116329 h 924619"/>
              <a:gd name="connsiteX322" fmla="*/ 872532 w 1352147"/>
              <a:gd name="connsiteY322" fmla="*/ 113292 h 924619"/>
              <a:gd name="connsiteX323" fmla="*/ 875239 w 1352147"/>
              <a:gd name="connsiteY323" fmla="*/ 110310 h 924619"/>
              <a:gd name="connsiteX324" fmla="*/ 877947 w 1352147"/>
              <a:gd name="connsiteY324" fmla="*/ 107384 h 924619"/>
              <a:gd name="connsiteX325" fmla="*/ 880655 w 1352147"/>
              <a:gd name="connsiteY325" fmla="*/ 104513 h 924619"/>
              <a:gd name="connsiteX326" fmla="*/ 883370 w 1352147"/>
              <a:gd name="connsiteY326" fmla="*/ 101698 h 924619"/>
              <a:gd name="connsiteX327" fmla="*/ 886077 w 1352147"/>
              <a:gd name="connsiteY327" fmla="*/ 98938 h 924619"/>
              <a:gd name="connsiteX328" fmla="*/ 888785 w 1352147"/>
              <a:gd name="connsiteY328" fmla="*/ 96231 h 924619"/>
              <a:gd name="connsiteX329" fmla="*/ 891500 w 1352147"/>
              <a:gd name="connsiteY329" fmla="*/ 93580 h 924619"/>
              <a:gd name="connsiteX330" fmla="*/ 894207 w 1352147"/>
              <a:gd name="connsiteY330" fmla="*/ 90982 h 924619"/>
              <a:gd name="connsiteX331" fmla="*/ 896915 w 1352147"/>
              <a:gd name="connsiteY331" fmla="*/ 88436 h 924619"/>
              <a:gd name="connsiteX332" fmla="*/ 899623 w 1352147"/>
              <a:gd name="connsiteY332" fmla="*/ 85944 h 924619"/>
              <a:gd name="connsiteX333" fmla="*/ 902338 w 1352147"/>
              <a:gd name="connsiteY333" fmla="*/ 83504 h 924619"/>
              <a:gd name="connsiteX334" fmla="*/ 905045 w 1352147"/>
              <a:gd name="connsiteY334" fmla="*/ 81115 h 924619"/>
              <a:gd name="connsiteX335" fmla="*/ 907753 w 1352147"/>
              <a:gd name="connsiteY335" fmla="*/ 78779 h 924619"/>
              <a:gd name="connsiteX336" fmla="*/ 910468 w 1352147"/>
              <a:gd name="connsiteY336" fmla="*/ 76493 h 924619"/>
              <a:gd name="connsiteX337" fmla="*/ 913175 w 1352147"/>
              <a:gd name="connsiteY337" fmla="*/ 74257 h 924619"/>
              <a:gd name="connsiteX338" fmla="*/ 915883 w 1352147"/>
              <a:gd name="connsiteY338" fmla="*/ 72071 h 924619"/>
              <a:gd name="connsiteX339" fmla="*/ 918591 w 1352147"/>
              <a:gd name="connsiteY339" fmla="*/ 69934 h 924619"/>
              <a:gd name="connsiteX340" fmla="*/ 921306 w 1352147"/>
              <a:gd name="connsiteY340" fmla="*/ 67846 h 924619"/>
              <a:gd name="connsiteX341" fmla="*/ 924013 w 1352147"/>
              <a:gd name="connsiteY341" fmla="*/ 65805 h 924619"/>
              <a:gd name="connsiteX342" fmla="*/ 926721 w 1352147"/>
              <a:gd name="connsiteY342" fmla="*/ 63812 h 924619"/>
              <a:gd name="connsiteX343" fmla="*/ 929436 w 1352147"/>
              <a:gd name="connsiteY343" fmla="*/ 61866 h 924619"/>
              <a:gd name="connsiteX344" fmla="*/ 932143 w 1352147"/>
              <a:gd name="connsiteY344" fmla="*/ 59966 h 924619"/>
              <a:gd name="connsiteX345" fmla="*/ 934851 w 1352147"/>
              <a:gd name="connsiteY345" fmla="*/ 58112 h 924619"/>
              <a:gd name="connsiteX346" fmla="*/ 937559 w 1352147"/>
              <a:gd name="connsiteY346" fmla="*/ 56303 h 924619"/>
              <a:gd name="connsiteX347" fmla="*/ 940274 w 1352147"/>
              <a:gd name="connsiteY347" fmla="*/ 54537 h 924619"/>
              <a:gd name="connsiteX348" fmla="*/ 942981 w 1352147"/>
              <a:gd name="connsiteY348" fmla="*/ 52816 h 924619"/>
              <a:gd name="connsiteX349" fmla="*/ 945689 w 1352147"/>
              <a:gd name="connsiteY349" fmla="*/ 51138 h 924619"/>
              <a:gd name="connsiteX350" fmla="*/ 948397 w 1352147"/>
              <a:gd name="connsiteY350" fmla="*/ 49502 h 924619"/>
              <a:gd name="connsiteX351" fmla="*/ 951111 w 1352147"/>
              <a:gd name="connsiteY351" fmla="*/ 47907 h 924619"/>
              <a:gd name="connsiteX352" fmla="*/ 953819 w 1352147"/>
              <a:gd name="connsiteY352" fmla="*/ 46354 h 924619"/>
              <a:gd name="connsiteX353" fmla="*/ 956527 w 1352147"/>
              <a:gd name="connsiteY353" fmla="*/ 44842 h 924619"/>
              <a:gd name="connsiteX354" fmla="*/ 959242 w 1352147"/>
              <a:gd name="connsiteY354" fmla="*/ 43368 h 924619"/>
              <a:gd name="connsiteX355" fmla="*/ 961949 w 1352147"/>
              <a:gd name="connsiteY355" fmla="*/ 41934 h 924619"/>
              <a:gd name="connsiteX356" fmla="*/ 964657 w 1352147"/>
              <a:gd name="connsiteY356" fmla="*/ 40539 h 924619"/>
              <a:gd name="connsiteX357" fmla="*/ 967365 w 1352147"/>
              <a:gd name="connsiteY357" fmla="*/ 39180 h 924619"/>
              <a:gd name="connsiteX358" fmla="*/ 970079 w 1352147"/>
              <a:gd name="connsiteY358" fmla="*/ 37859 h 924619"/>
              <a:gd name="connsiteX359" fmla="*/ 972787 w 1352147"/>
              <a:gd name="connsiteY359" fmla="*/ 36575 h 924619"/>
              <a:gd name="connsiteX360" fmla="*/ 975495 w 1352147"/>
              <a:gd name="connsiteY360" fmla="*/ 35326 h 924619"/>
              <a:gd name="connsiteX361" fmla="*/ 978210 w 1352147"/>
              <a:gd name="connsiteY361" fmla="*/ 34112 h 924619"/>
              <a:gd name="connsiteX362" fmla="*/ 980917 w 1352147"/>
              <a:gd name="connsiteY362" fmla="*/ 32932 h 924619"/>
              <a:gd name="connsiteX363" fmla="*/ 983625 w 1352147"/>
              <a:gd name="connsiteY363" fmla="*/ 31786 h 924619"/>
              <a:gd name="connsiteX364" fmla="*/ 986333 w 1352147"/>
              <a:gd name="connsiteY364" fmla="*/ 30673 h 924619"/>
              <a:gd name="connsiteX365" fmla="*/ 989048 w 1352147"/>
              <a:gd name="connsiteY365" fmla="*/ 29592 h 924619"/>
              <a:gd name="connsiteX366" fmla="*/ 991755 w 1352147"/>
              <a:gd name="connsiteY366" fmla="*/ 28543 h 924619"/>
              <a:gd name="connsiteX367" fmla="*/ 994463 w 1352147"/>
              <a:gd name="connsiteY367" fmla="*/ 27524 h 924619"/>
              <a:gd name="connsiteX368" fmla="*/ 997178 w 1352147"/>
              <a:gd name="connsiteY368" fmla="*/ 26536 h 924619"/>
              <a:gd name="connsiteX369" fmla="*/ 999885 w 1352147"/>
              <a:gd name="connsiteY369" fmla="*/ 25578 h 924619"/>
              <a:gd name="connsiteX370" fmla="*/ 1002593 w 1352147"/>
              <a:gd name="connsiteY370" fmla="*/ 24649 h 924619"/>
              <a:gd name="connsiteX371" fmla="*/ 1005301 w 1352147"/>
              <a:gd name="connsiteY371" fmla="*/ 23748 h 924619"/>
              <a:gd name="connsiteX372" fmla="*/ 1008016 w 1352147"/>
              <a:gd name="connsiteY372" fmla="*/ 22874 h 924619"/>
              <a:gd name="connsiteX373" fmla="*/ 1010723 w 1352147"/>
              <a:gd name="connsiteY373" fmla="*/ 22028 h 924619"/>
              <a:gd name="connsiteX374" fmla="*/ 1013431 w 1352147"/>
              <a:gd name="connsiteY374" fmla="*/ 21208 h 924619"/>
              <a:gd name="connsiteX375" fmla="*/ 1016146 w 1352147"/>
              <a:gd name="connsiteY375" fmla="*/ 20414 h 924619"/>
              <a:gd name="connsiteX376" fmla="*/ 1018853 w 1352147"/>
              <a:gd name="connsiteY376" fmla="*/ 19645 h 924619"/>
              <a:gd name="connsiteX377" fmla="*/ 1021561 w 1352147"/>
              <a:gd name="connsiteY377" fmla="*/ 18901 h 924619"/>
              <a:gd name="connsiteX378" fmla="*/ 1024269 w 1352147"/>
              <a:gd name="connsiteY378" fmla="*/ 18181 h 924619"/>
              <a:gd name="connsiteX379" fmla="*/ 1026984 w 1352147"/>
              <a:gd name="connsiteY379" fmla="*/ 17484 h 924619"/>
              <a:gd name="connsiteX380" fmla="*/ 1029691 w 1352147"/>
              <a:gd name="connsiteY380" fmla="*/ 16810 h 924619"/>
              <a:gd name="connsiteX381" fmla="*/ 1032399 w 1352147"/>
              <a:gd name="connsiteY381" fmla="*/ 16158 h 924619"/>
              <a:gd name="connsiteX382" fmla="*/ 1035114 w 1352147"/>
              <a:gd name="connsiteY382" fmla="*/ 15528 h 924619"/>
              <a:gd name="connsiteX383" fmla="*/ 1037822 w 1352147"/>
              <a:gd name="connsiteY383" fmla="*/ 14919 h 924619"/>
              <a:gd name="connsiteX384" fmla="*/ 1040529 w 1352147"/>
              <a:gd name="connsiteY384" fmla="*/ 14331 h 924619"/>
              <a:gd name="connsiteX385" fmla="*/ 1043237 w 1352147"/>
              <a:gd name="connsiteY385" fmla="*/ 13762 h 924619"/>
              <a:gd name="connsiteX386" fmla="*/ 1045952 w 1352147"/>
              <a:gd name="connsiteY386" fmla="*/ 13213 h 924619"/>
              <a:gd name="connsiteX387" fmla="*/ 1048659 w 1352147"/>
              <a:gd name="connsiteY387" fmla="*/ 12683 h 924619"/>
              <a:gd name="connsiteX388" fmla="*/ 1051367 w 1352147"/>
              <a:gd name="connsiteY388" fmla="*/ 12171 h 924619"/>
              <a:gd name="connsiteX389" fmla="*/ 1054082 w 1352147"/>
              <a:gd name="connsiteY389" fmla="*/ 11677 h 924619"/>
              <a:gd name="connsiteX390" fmla="*/ 1056790 w 1352147"/>
              <a:gd name="connsiteY390" fmla="*/ 11201 h 924619"/>
              <a:gd name="connsiteX391" fmla="*/ 1059497 w 1352147"/>
              <a:gd name="connsiteY391" fmla="*/ 10742 h 924619"/>
              <a:gd name="connsiteX392" fmla="*/ 1062205 w 1352147"/>
              <a:gd name="connsiteY392" fmla="*/ 10298 h 924619"/>
              <a:gd name="connsiteX393" fmla="*/ 1064920 w 1352147"/>
              <a:gd name="connsiteY393" fmla="*/ 9871 h 924619"/>
              <a:gd name="connsiteX394" fmla="*/ 1067627 w 1352147"/>
              <a:gd name="connsiteY394" fmla="*/ 9460 h 924619"/>
              <a:gd name="connsiteX395" fmla="*/ 1070335 w 1352147"/>
              <a:gd name="connsiteY395" fmla="*/ 9063 h 924619"/>
              <a:gd name="connsiteX396" fmla="*/ 1073050 w 1352147"/>
              <a:gd name="connsiteY396" fmla="*/ 8681 h 924619"/>
              <a:gd name="connsiteX397" fmla="*/ 1075758 w 1352147"/>
              <a:gd name="connsiteY397" fmla="*/ 8313 h 924619"/>
              <a:gd name="connsiteX398" fmla="*/ 1078465 w 1352147"/>
              <a:gd name="connsiteY398" fmla="*/ 7958 h 924619"/>
              <a:gd name="connsiteX399" fmla="*/ 1081173 w 1352147"/>
              <a:gd name="connsiteY399" fmla="*/ 7617 h 924619"/>
              <a:gd name="connsiteX400" fmla="*/ 1083888 w 1352147"/>
              <a:gd name="connsiteY400" fmla="*/ 7289 h 924619"/>
              <a:gd name="connsiteX401" fmla="*/ 1086595 w 1352147"/>
              <a:gd name="connsiteY401" fmla="*/ 6973 h 924619"/>
              <a:gd name="connsiteX402" fmla="*/ 1089303 w 1352147"/>
              <a:gd name="connsiteY402" fmla="*/ 6670 h 924619"/>
              <a:gd name="connsiteX403" fmla="*/ 1092018 w 1352147"/>
              <a:gd name="connsiteY403" fmla="*/ 6378 h 924619"/>
              <a:gd name="connsiteX404" fmla="*/ 1094726 w 1352147"/>
              <a:gd name="connsiteY404" fmla="*/ 6097 h 924619"/>
              <a:gd name="connsiteX405" fmla="*/ 1097433 w 1352147"/>
              <a:gd name="connsiteY405" fmla="*/ 5827 h 924619"/>
              <a:gd name="connsiteX406" fmla="*/ 1100141 w 1352147"/>
              <a:gd name="connsiteY406" fmla="*/ 5568 h 924619"/>
              <a:gd name="connsiteX407" fmla="*/ 1102856 w 1352147"/>
              <a:gd name="connsiteY407" fmla="*/ 5319 h 924619"/>
              <a:gd name="connsiteX408" fmla="*/ 1105563 w 1352147"/>
              <a:gd name="connsiteY408" fmla="*/ 5080 h 924619"/>
              <a:gd name="connsiteX409" fmla="*/ 1108271 w 1352147"/>
              <a:gd name="connsiteY409" fmla="*/ 4850 h 924619"/>
              <a:gd name="connsiteX410" fmla="*/ 1110986 w 1352147"/>
              <a:gd name="connsiteY410" fmla="*/ 4630 h 924619"/>
              <a:gd name="connsiteX411" fmla="*/ 1113694 w 1352147"/>
              <a:gd name="connsiteY411" fmla="*/ 4419 h 924619"/>
              <a:gd name="connsiteX412" fmla="*/ 1116401 w 1352147"/>
              <a:gd name="connsiteY412" fmla="*/ 4216 h 924619"/>
              <a:gd name="connsiteX413" fmla="*/ 1119109 w 1352147"/>
              <a:gd name="connsiteY413" fmla="*/ 4021 h 924619"/>
              <a:gd name="connsiteX414" fmla="*/ 1121824 w 1352147"/>
              <a:gd name="connsiteY414" fmla="*/ 3835 h 924619"/>
              <a:gd name="connsiteX415" fmla="*/ 1124532 w 1352147"/>
              <a:gd name="connsiteY415" fmla="*/ 3656 h 924619"/>
              <a:gd name="connsiteX416" fmla="*/ 1127239 w 1352147"/>
              <a:gd name="connsiteY416" fmla="*/ 3484 h 924619"/>
              <a:gd name="connsiteX417" fmla="*/ 1129954 w 1352147"/>
              <a:gd name="connsiteY417" fmla="*/ 3320 h 924619"/>
              <a:gd name="connsiteX418" fmla="*/ 1132662 w 1352147"/>
              <a:gd name="connsiteY418" fmla="*/ 3163 h 924619"/>
              <a:gd name="connsiteX419" fmla="*/ 1135369 w 1352147"/>
              <a:gd name="connsiteY419" fmla="*/ 3012 h 924619"/>
              <a:gd name="connsiteX420" fmla="*/ 1138077 w 1352147"/>
              <a:gd name="connsiteY420" fmla="*/ 2868 h 924619"/>
              <a:gd name="connsiteX421" fmla="*/ 1140792 w 1352147"/>
              <a:gd name="connsiteY421" fmla="*/ 2730 h 924619"/>
              <a:gd name="connsiteX422" fmla="*/ 1143500 w 1352147"/>
              <a:gd name="connsiteY422" fmla="*/ 2598 h 924619"/>
              <a:gd name="connsiteX423" fmla="*/ 1146207 w 1352147"/>
              <a:gd name="connsiteY423" fmla="*/ 2472 h 924619"/>
              <a:gd name="connsiteX424" fmla="*/ 1148922 w 1352147"/>
              <a:gd name="connsiteY424" fmla="*/ 2351 h 924619"/>
              <a:gd name="connsiteX425" fmla="*/ 1151630 w 1352147"/>
              <a:gd name="connsiteY425" fmla="*/ 2236 h 924619"/>
              <a:gd name="connsiteX426" fmla="*/ 1154337 w 1352147"/>
              <a:gd name="connsiteY426" fmla="*/ 2125 h 924619"/>
              <a:gd name="connsiteX427" fmla="*/ 1157045 w 1352147"/>
              <a:gd name="connsiteY427" fmla="*/ 2020 h 924619"/>
              <a:gd name="connsiteX428" fmla="*/ 1159760 w 1352147"/>
              <a:gd name="connsiteY428" fmla="*/ 1919 h 924619"/>
              <a:gd name="connsiteX429" fmla="*/ 1162468 w 1352147"/>
              <a:gd name="connsiteY429" fmla="*/ 1822 h 924619"/>
              <a:gd name="connsiteX430" fmla="*/ 1165175 w 1352147"/>
              <a:gd name="connsiteY430" fmla="*/ 1730 h 924619"/>
              <a:gd name="connsiteX431" fmla="*/ 1167890 w 1352147"/>
              <a:gd name="connsiteY431" fmla="*/ 1643 h 924619"/>
              <a:gd name="connsiteX432" fmla="*/ 1170598 w 1352147"/>
              <a:gd name="connsiteY432" fmla="*/ 1559 h 924619"/>
              <a:gd name="connsiteX433" fmla="*/ 1173306 w 1352147"/>
              <a:gd name="connsiteY433" fmla="*/ 1479 h 924619"/>
              <a:gd name="connsiteX434" fmla="*/ 1176013 w 1352147"/>
              <a:gd name="connsiteY434" fmla="*/ 1403 h 924619"/>
              <a:gd name="connsiteX435" fmla="*/ 1178728 w 1352147"/>
              <a:gd name="connsiteY435" fmla="*/ 1330 h 924619"/>
              <a:gd name="connsiteX436" fmla="*/ 1181436 w 1352147"/>
              <a:gd name="connsiteY436" fmla="*/ 1261 h 924619"/>
              <a:gd name="connsiteX437" fmla="*/ 1184143 w 1352147"/>
              <a:gd name="connsiteY437" fmla="*/ 1194 h 924619"/>
              <a:gd name="connsiteX438" fmla="*/ 1186858 w 1352147"/>
              <a:gd name="connsiteY438" fmla="*/ 1131 h 924619"/>
              <a:gd name="connsiteX439" fmla="*/ 1189566 w 1352147"/>
              <a:gd name="connsiteY439" fmla="*/ 1071 h 924619"/>
              <a:gd name="connsiteX440" fmla="*/ 1192274 w 1352147"/>
              <a:gd name="connsiteY440" fmla="*/ 1014 h 924619"/>
              <a:gd name="connsiteX441" fmla="*/ 1194981 w 1352147"/>
              <a:gd name="connsiteY441" fmla="*/ 960 h 924619"/>
              <a:gd name="connsiteX442" fmla="*/ 1197696 w 1352147"/>
              <a:gd name="connsiteY442" fmla="*/ 908 h 924619"/>
              <a:gd name="connsiteX443" fmla="*/ 1200404 w 1352147"/>
              <a:gd name="connsiteY443" fmla="*/ 859 h 924619"/>
              <a:gd name="connsiteX444" fmla="*/ 1203111 w 1352147"/>
              <a:gd name="connsiteY444" fmla="*/ 812 h 924619"/>
              <a:gd name="connsiteX445" fmla="*/ 1205826 w 1352147"/>
              <a:gd name="connsiteY445" fmla="*/ 767 h 924619"/>
              <a:gd name="connsiteX446" fmla="*/ 1208534 w 1352147"/>
              <a:gd name="connsiteY446" fmla="*/ 725 h 924619"/>
              <a:gd name="connsiteX447" fmla="*/ 1211242 w 1352147"/>
              <a:gd name="connsiteY447" fmla="*/ 684 h 924619"/>
              <a:gd name="connsiteX448" fmla="*/ 1213949 w 1352147"/>
              <a:gd name="connsiteY448" fmla="*/ 646 h 924619"/>
              <a:gd name="connsiteX449" fmla="*/ 1216664 w 1352147"/>
              <a:gd name="connsiteY449" fmla="*/ 610 h 924619"/>
              <a:gd name="connsiteX450" fmla="*/ 1219372 w 1352147"/>
              <a:gd name="connsiteY450" fmla="*/ 575 h 924619"/>
              <a:gd name="connsiteX451" fmla="*/ 1222080 w 1352147"/>
              <a:gd name="connsiteY451" fmla="*/ 542 h 924619"/>
              <a:gd name="connsiteX452" fmla="*/ 1224794 w 1352147"/>
              <a:gd name="connsiteY452" fmla="*/ 511 h 924619"/>
              <a:gd name="connsiteX453" fmla="*/ 1227502 w 1352147"/>
              <a:gd name="connsiteY453" fmla="*/ 481 h 924619"/>
              <a:gd name="connsiteX454" fmla="*/ 1230210 w 1352147"/>
              <a:gd name="connsiteY454" fmla="*/ 453 h 924619"/>
              <a:gd name="connsiteX455" fmla="*/ 1232917 w 1352147"/>
              <a:gd name="connsiteY455" fmla="*/ 426 h 924619"/>
              <a:gd name="connsiteX456" fmla="*/ 1235632 w 1352147"/>
              <a:gd name="connsiteY456" fmla="*/ 401 h 924619"/>
              <a:gd name="connsiteX457" fmla="*/ 1238340 w 1352147"/>
              <a:gd name="connsiteY457" fmla="*/ 377 h 924619"/>
              <a:gd name="connsiteX458" fmla="*/ 1241048 w 1352147"/>
              <a:gd name="connsiteY458" fmla="*/ 354 h 924619"/>
              <a:gd name="connsiteX459" fmla="*/ 1243762 w 1352147"/>
              <a:gd name="connsiteY459" fmla="*/ 333 h 924619"/>
              <a:gd name="connsiteX460" fmla="*/ 1246470 w 1352147"/>
              <a:gd name="connsiteY460" fmla="*/ 312 h 924619"/>
              <a:gd name="connsiteX461" fmla="*/ 1249178 w 1352147"/>
              <a:gd name="connsiteY461" fmla="*/ 293 h 924619"/>
              <a:gd name="connsiteX462" fmla="*/ 1251885 w 1352147"/>
              <a:gd name="connsiteY462" fmla="*/ 275 h 924619"/>
              <a:gd name="connsiteX463" fmla="*/ 1254600 w 1352147"/>
              <a:gd name="connsiteY463" fmla="*/ 257 h 924619"/>
              <a:gd name="connsiteX464" fmla="*/ 1257308 w 1352147"/>
              <a:gd name="connsiteY464" fmla="*/ 241 h 924619"/>
              <a:gd name="connsiteX465" fmla="*/ 1260016 w 1352147"/>
              <a:gd name="connsiteY465" fmla="*/ 225 h 924619"/>
              <a:gd name="connsiteX466" fmla="*/ 1262730 w 1352147"/>
              <a:gd name="connsiteY466" fmla="*/ 210 h 924619"/>
              <a:gd name="connsiteX467" fmla="*/ 1265438 w 1352147"/>
              <a:gd name="connsiteY467" fmla="*/ 197 h 924619"/>
              <a:gd name="connsiteX468" fmla="*/ 1268146 w 1352147"/>
              <a:gd name="connsiteY468" fmla="*/ 183 h 924619"/>
              <a:gd name="connsiteX469" fmla="*/ 1270853 w 1352147"/>
              <a:gd name="connsiteY469" fmla="*/ 171 h 924619"/>
              <a:gd name="connsiteX470" fmla="*/ 1273568 w 1352147"/>
              <a:gd name="connsiteY470" fmla="*/ 159 h 924619"/>
              <a:gd name="connsiteX471" fmla="*/ 1276276 w 1352147"/>
              <a:gd name="connsiteY471" fmla="*/ 148 h 924619"/>
              <a:gd name="connsiteX472" fmla="*/ 1278984 w 1352147"/>
              <a:gd name="connsiteY472" fmla="*/ 138 h 924619"/>
              <a:gd name="connsiteX473" fmla="*/ 1281698 w 1352147"/>
              <a:gd name="connsiteY473" fmla="*/ 128 h 924619"/>
              <a:gd name="connsiteX474" fmla="*/ 1284406 w 1352147"/>
              <a:gd name="connsiteY474" fmla="*/ 118 h 924619"/>
              <a:gd name="connsiteX475" fmla="*/ 1287114 w 1352147"/>
              <a:gd name="connsiteY475" fmla="*/ 109 h 924619"/>
              <a:gd name="connsiteX476" fmla="*/ 1289821 w 1352147"/>
              <a:gd name="connsiteY476" fmla="*/ 101 h 924619"/>
              <a:gd name="connsiteX477" fmla="*/ 1292536 w 1352147"/>
              <a:gd name="connsiteY477" fmla="*/ 93 h 924619"/>
              <a:gd name="connsiteX478" fmla="*/ 1295244 w 1352147"/>
              <a:gd name="connsiteY478" fmla="*/ 86 h 924619"/>
              <a:gd name="connsiteX479" fmla="*/ 1297952 w 1352147"/>
              <a:gd name="connsiteY479" fmla="*/ 79 h 924619"/>
              <a:gd name="connsiteX480" fmla="*/ 1300666 w 1352147"/>
              <a:gd name="connsiteY480" fmla="*/ 72 h 924619"/>
              <a:gd name="connsiteX481" fmla="*/ 1303374 w 1352147"/>
              <a:gd name="connsiteY481" fmla="*/ 66 h 924619"/>
              <a:gd name="connsiteX482" fmla="*/ 1306082 w 1352147"/>
              <a:gd name="connsiteY482" fmla="*/ 60 h 924619"/>
              <a:gd name="connsiteX483" fmla="*/ 1308789 w 1352147"/>
              <a:gd name="connsiteY483" fmla="*/ 55 h 924619"/>
              <a:gd name="connsiteX484" fmla="*/ 1311504 w 1352147"/>
              <a:gd name="connsiteY484" fmla="*/ 49 h 924619"/>
              <a:gd name="connsiteX485" fmla="*/ 1314212 w 1352147"/>
              <a:gd name="connsiteY485" fmla="*/ 44 h 924619"/>
              <a:gd name="connsiteX486" fmla="*/ 1316920 w 1352147"/>
              <a:gd name="connsiteY486" fmla="*/ 40 h 924619"/>
              <a:gd name="connsiteX487" fmla="*/ 1319634 w 1352147"/>
              <a:gd name="connsiteY487" fmla="*/ 36 h 924619"/>
              <a:gd name="connsiteX488" fmla="*/ 1322342 w 1352147"/>
              <a:gd name="connsiteY488" fmla="*/ 31 h 924619"/>
              <a:gd name="connsiteX489" fmla="*/ 1325050 w 1352147"/>
              <a:gd name="connsiteY489" fmla="*/ 28 h 924619"/>
              <a:gd name="connsiteX490" fmla="*/ 1327757 w 1352147"/>
              <a:gd name="connsiteY490" fmla="*/ 24 h 924619"/>
              <a:gd name="connsiteX491" fmla="*/ 1330472 w 1352147"/>
              <a:gd name="connsiteY491" fmla="*/ 21 h 924619"/>
              <a:gd name="connsiteX492" fmla="*/ 1333180 w 1352147"/>
              <a:gd name="connsiteY492" fmla="*/ 17 h 924619"/>
              <a:gd name="connsiteX493" fmla="*/ 1335888 w 1352147"/>
              <a:gd name="connsiteY493" fmla="*/ 14 h 924619"/>
              <a:gd name="connsiteX494" fmla="*/ 1338602 w 1352147"/>
              <a:gd name="connsiteY494" fmla="*/ 12 h 924619"/>
              <a:gd name="connsiteX495" fmla="*/ 1341310 w 1352147"/>
              <a:gd name="connsiteY495" fmla="*/ 9 h 924619"/>
              <a:gd name="connsiteX496" fmla="*/ 1344018 w 1352147"/>
              <a:gd name="connsiteY496" fmla="*/ 7 h 924619"/>
              <a:gd name="connsiteX497" fmla="*/ 1346725 w 1352147"/>
              <a:gd name="connsiteY497" fmla="*/ 4 h 924619"/>
              <a:gd name="connsiteX498" fmla="*/ 1349440 w 1352147"/>
              <a:gd name="connsiteY498" fmla="*/ 2 h 924619"/>
              <a:gd name="connsiteX499" fmla="*/ 1352148 w 1352147"/>
              <a:gd name="connsiteY499" fmla="*/ 0 h 924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1352147" h="924619">
                <a:moveTo>
                  <a:pt x="0" y="924619"/>
                </a:moveTo>
                <a:lnTo>
                  <a:pt x="2710" y="924612"/>
                </a:lnTo>
                <a:lnTo>
                  <a:pt x="5420" y="924612"/>
                </a:lnTo>
                <a:lnTo>
                  <a:pt x="8129" y="924612"/>
                </a:lnTo>
                <a:lnTo>
                  <a:pt x="10839" y="924605"/>
                </a:lnTo>
                <a:lnTo>
                  <a:pt x="13548" y="924605"/>
                </a:lnTo>
                <a:lnTo>
                  <a:pt x="16258" y="924605"/>
                </a:lnTo>
                <a:lnTo>
                  <a:pt x="18968" y="924598"/>
                </a:lnTo>
                <a:lnTo>
                  <a:pt x="21678" y="924598"/>
                </a:lnTo>
                <a:lnTo>
                  <a:pt x="24388" y="924591"/>
                </a:lnTo>
                <a:lnTo>
                  <a:pt x="27097" y="924591"/>
                </a:lnTo>
                <a:lnTo>
                  <a:pt x="29807" y="924584"/>
                </a:lnTo>
                <a:lnTo>
                  <a:pt x="32516" y="924584"/>
                </a:lnTo>
                <a:lnTo>
                  <a:pt x="35226" y="924577"/>
                </a:lnTo>
                <a:lnTo>
                  <a:pt x="37936" y="924570"/>
                </a:lnTo>
                <a:lnTo>
                  <a:pt x="40646" y="924570"/>
                </a:lnTo>
                <a:lnTo>
                  <a:pt x="43355" y="924563"/>
                </a:lnTo>
                <a:lnTo>
                  <a:pt x="46065" y="924557"/>
                </a:lnTo>
                <a:lnTo>
                  <a:pt x="48775" y="924550"/>
                </a:lnTo>
                <a:lnTo>
                  <a:pt x="51484" y="924543"/>
                </a:lnTo>
                <a:lnTo>
                  <a:pt x="54194" y="924536"/>
                </a:lnTo>
                <a:lnTo>
                  <a:pt x="56904" y="924529"/>
                </a:lnTo>
                <a:lnTo>
                  <a:pt x="59614" y="924522"/>
                </a:lnTo>
                <a:lnTo>
                  <a:pt x="62323" y="924515"/>
                </a:lnTo>
                <a:lnTo>
                  <a:pt x="65033" y="924508"/>
                </a:lnTo>
                <a:lnTo>
                  <a:pt x="67743" y="924501"/>
                </a:lnTo>
                <a:lnTo>
                  <a:pt x="70453" y="924487"/>
                </a:lnTo>
                <a:lnTo>
                  <a:pt x="73162" y="924480"/>
                </a:lnTo>
                <a:lnTo>
                  <a:pt x="75872" y="924473"/>
                </a:lnTo>
                <a:lnTo>
                  <a:pt x="78582" y="924459"/>
                </a:lnTo>
                <a:lnTo>
                  <a:pt x="81291" y="924445"/>
                </a:lnTo>
                <a:lnTo>
                  <a:pt x="84001" y="924431"/>
                </a:lnTo>
                <a:lnTo>
                  <a:pt x="86711" y="924424"/>
                </a:lnTo>
                <a:lnTo>
                  <a:pt x="89421" y="924410"/>
                </a:lnTo>
                <a:lnTo>
                  <a:pt x="92130" y="924389"/>
                </a:lnTo>
                <a:lnTo>
                  <a:pt x="94840" y="924376"/>
                </a:lnTo>
                <a:lnTo>
                  <a:pt x="97550" y="924362"/>
                </a:lnTo>
                <a:lnTo>
                  <a:pt x="100259" y="924341"/>
                </a:lnTo>
                <a:lnTo>
                  <a:pt x="102969" y="924327"/>
                </a:lnTo>
                <a:lnTo>
                  <a:pt x="105679" y="924306"/>
                </a:lnTo>
                <a:lnTo>
                  <a:pt x="108389" y="924285"/>
                </a:lnTo>
                <a:lnTo>
                  <a:pt x="111098" y="924264"/>
                </a:lnTo>
                <a:lnTo>
                  <a:pt x="113808" y="924243"/>
                </a:lnTo>
                <a:lnTo>
                  <a:pt x="116517" y="924215"/>
                </a:lnTo>
                <a:lnTo>
                  <a:pt x="119227" y="924195"/>
                </a:lnTo>
                <a:lnTo>
                  <a:pt x="121937" y="924167"/>
                </a:lnTo>
                <a:lnTo>
                  <a:pt x="124647" y="924139"/>
                </a:lnTo>
                <a:lnTo>
                  <a:pt x="127357" y="924104"/>
                </a:lnTo>
                <a:lnTo>
                  <a:pt x="130066" y="924076"/>
                </a:lnTo>
                <a:lnTo>
                  <a:pt x="132776" y="924041"/>
                </a:lnTo>
                <a:lnTo>
                  <a:pt x="135485" y="924007"/>
                </a:lnTo>
                <a:lnTo>
                  <a:pt x="138195" y="923972"/>
                </a:lnTo>
                <a:lnTo>
                  <a:pt x="140905" y="923930"/>
                </a:lnTo>
                <a:lnTo>
                  <a:pt x="143615" y="923895"/>
                </a:lnTo>
                <a:lnTo>
                  <a:pt x="146325" y="923853"/>
                </a:lnTo>
                <a:lnTo>
                  <a:pt x="149034" y="923805"/>
                </a:lnTo>
                <a:lnTo>
                  <a:pt x="151744" y="923756"/>
                </a:lnTo>
                <a:lnTo>
                  <a:pt x="154453" y="923707"/>
                </a:lnTo>
                <a:lnTo>
                  <a:pt x="157163" y="923659"/>
                </a:lnTo>
                <a:lnTo>
                  <a:pt x="159873" y="923603"/>
                </a:lnTo>
                <a:lnTo>
                  <a:pt x="162583" y="923547"/>
                </a:lnTo>
                <a:lnTo>
                  <a:pt x="165293" y="923485"/>
                </a:lnTo>
                <a:lnTo>
                  <a:pt x="168002" y="923422"/>
                </a:lnTo>
                <a:lnTo>
                  <a:pt x="170712" y="923359"/>
                </a:lnTo>
                <a:lnTo>
                  <a:pt x="173421" y="923290"/>
                </a:lnTo>
                <a:lnTo>
                  <a:pt x="176131" y="923213"/>
                </a:lnTo>
                <a:lnTo>
                  <a:pt x="178841" y="923137"/>
                </a:lnTo>
                <a:lnTo>
                  <a:pt x="181551" y="923060"/>
                </a:lnTo>
                <a:lnTo>
                  <a:pt x="184261" y="922976"/>
                </a:lnTo>
                <a:lnTo>
                  <a:pt x="186971" y="922886"/>
                </a:lnTo>
                <a:lnTo>
                  <a:pt x="189680" y="922795"/>
                </a:lnTo>
                <a:lnTo>
                  <a:pt x="192389" y="922698"/>
                </a:lnTo>
                <a:lnTo>
                  <a:pt x="195099" y="922601"/>
                </a:lnTo>
                <a:lnTo>
                  <a:pt x="197809" y="922489"/>
                </a:lnTo>
                <a:lnTo>
                  <a:pt x="200519" y="922385"/>
                </a:lnTo>
                <a:lnTo>
                  <a:pt x="203229" y="922266"/>
                </a:lnTo>
                <a:lnTo>
                  <a:pt x="205939" y="922148"/>
                </a:lnTo>
                <a:lnTo>
                  <a:pt x="208648" y="922023"/>
                </a:lnTo>
                <a:lnTo>
                  <a:pt x="211357" y="921891"/>
                </a:lnTo>
                <a:lnTo>
                  <a:pt x="214067" y="921751"/>
                </a:lnTo>
                <a:lnTo>
                  <a:pt x="216777" y="921605"/>
                </a:lnTo>
                <a:lnTo>
                  <a:pt x="219487" y="921452"/>
                </a:lnTo>
                <a:lnTo>
                  <a:pt x="222197" y="921299"/>
                </a:lnTo>
                <a:lnTo>
                  <a:pt x="224907" y="921132"/>
                </a:lnTo>
                <a:lnTo>
                  <a:pt x="227616" y="920965"/>
                </a:lnTo>
                <a:lnTo>
                  <a:pt x="230326" y="920784"/>
                </a:lnTo>
                <a:lnTo>
                  <a:pt x="233035" y="920596"/>
                </a:lnTo>
                <a:lnTo>
                  <a:pt x="235745" y="920401"/>
                </a:lnTo>
                <a:lnTo>
                  <a:pt x="238455" y="920199"/>
                </a:lnTo>
                <a:lnTo>
                  <a:pt x="241165" y="919990"/>
                </a:lnTo>
                <a:lnTo>
                  <a:pt x="243875" y="919768"/>
                </a:lnTo>
                <a:lnTo>
                  <a:pt x="246584" y="919538"/>
                </a:lnTo>
                <a:lnTo>
                  <a:pt x="249294" y="919301"/>
                </a:lnTo>
                <a:lnTo>
                  <a:pt x="252003" y="919051"/>
                </a:lnTo>
                <a:lnTo>
                  <a:pt x="254713" y="918793"/>
                </a:lnTo>
                <a:lnTo>
                  <a:pt x="257423" y="918522"/>
                </a:lnTo>
                <a:lnTo>
                  <a:pt x="260133" y="918243"/>
                </a:lnTo>
                <a:lnTo>
                  <a:pt x="262842" y="917951"/>
                </a:lnTo>
                <a:lnTo>
                  <a:pt x="265552" y="917644"/>
                </a:lnTo>
                <a:lnTo>
                  <a:pt x="268262" y="917331"/>
                </a:lnTo>
                <a:lnTo>
                  <a:pt x="270971" y="916997"/>
                </a:lnTo>
                <a:lnTo>
                  <a:pt x="273681" y="916656"/>
                </a:lnTo>
                <a:lnTo>
                  <a:pt x="276391" y="916308"/>
                </a:lnTo>
                <a:lnTo>
                  <a:pt x="279101" y="915939"/>
                </a:lnTo>
                <a:lnTo>
                  <a:pt x="281810" y="915556"/>
                </a:lnTo>
                <a:lnTo>
                  <a:pt x="284520" y="915160"/>
                </a:lnTo>
                <a:lnTo>
                  <a:pt x="287230" y="914749"/>
                </a:lnTo>
                <a:lnTo>
                  <a:pt x="289939" y="914317"/>
                </a:lnTo>
                <a:lnTo>
                  <a:pt x="292649" y="913879"/>
                </a:lnTo>
                <a:lnTo>
                  <a:pt x="295359" y="913419"/>
                </a:lnTo>
                <a:lnTo>
                  <a:pt x="298069" y="912939"/>
                </a:lnTo>
                <a:lnTo>
                  <a:pt x="300778" y="912445"/>
                </a:lnTo>
                <a:lnTo>
                  <a:pt x="303488" y="911937"/>
                </a:lnTo>
                <a:lnTo>
                  <a:pt x="306198" y="911408"/>
                </a:lnTo>
                <a:lnTo>
                  <a:pt x="308907" y="910858"/>
                </a:lnTo>
                <a:lnTo>
                  <a:pt x="311617" y="910287"/>
                </a:lnTo>
                <a:lnTo>
                  <a:pt x="314327" y="909695"/>
                </a:lnTo>
                <a:lnTo>
                  <a:pt x="317037" y="909090"/>
                </a:lnTo>
                <a:lnTo>
                  <a:pt x="319746" y="908456"/>
                </a:lnTo>
                <a:lnTo>
                  <a:pt x="322456" y="907809"/>
                </a:lnTo>
                <a:lnTo>
                  <a:pt x="325166" y="907134"/>
                </a:lnTo>
                <a:lnTo>
                  <a:pt x="327876" y="906438"/>
                </a:lnTo>
                <a:lnTo>
                  <a:pt x="330585" y="905714"/>
                </a:lnTo>
                <a:lnTo>
                  <a:pt x="333295" y="904969"/>
                </a:lnTo>
                <a:lnTo>
                  <a:pt x="336004" y="904203"/>
                </a:lnTo>
                <a:lnTo>
                  <a:pt x="338714" y="903410"/>
                </a:lnTo>
                <a:lnTo>
                  <a:pt x="341424" y="902588"/>
                </a:lnTo>
                <a:lnTo>
                  <a:pt x="344134" y="901746"/>
                </a:lnTo>
                <a:lnTo>
                  <a:pt x="346844" y="900869"/>
                </a:lnTo>
                <a:lnTo>
                  <a:pt x="349553" y="899971"/>
                </a:lnTo>
                <a:lnTo>
                  <a:pt x="352263" y="899038"/>
                </a:lnTo>
                <a:lnTo>
                  <a:pt x="354972" y="898078"/>
                </a:lnTo>
                <a:lnTo>
                  <a:pt x="357682" y="897096"/>
                </a:lnTo>
                <a:lnTo>
                  <a:pt x="360392" y="896073"/>
                </a:lnTo>
                <a:lnTo>
                  <a:pt x="363102" y="895029"/>
                </a:lnTo>
                <a:lnTo>
                  <a:pt x="365812" y="893943"/>
                </a:lnTo>
                <a:lnTo>
                  <a:pt x="368521" y="892829"/>
                </a:lnTo>
                <a:lnTo>
                  <a:pt x="371231" y="891688"/>
                </a:lnTo>
                <a:lnTo>
                  <a:pt x="373940" y="890505"/>
                </a:lnTo>
                <a:lnTo>
                  <a:pt x="376650" y="889293"/>
                </a:lnTo>
                <a:lnTo>
                  <a:pt x="379360" y="888040"/>
                </a:lnTo>
                <a:lnTo>
                  <a:pt x="382070" y="886760"/>
                </a:lnTo>
                <a:lnTo>
                  <a:pt x="384780" y="885437"/>
                </a:lnTo>
                <a:lnTo>
                  <a:pt x="387489" y="884080"/>
                </a:lnTo>
                <a:lnTo>
                  <a:pt x="390199" y="882681"/>
                </a:lnTo>
                <a:lnTo>
                  <a:pt x="392908" y="881247"/>
                </a:lnTo>
                <a:lnTo>
                  <a:pt x="395618" y="879778"/>
                </a:lnTo>
                <a:lnTo>
                  <a:pt x="398328" y="878261"/>
                </a:lnTo>
                <a:lnTo>
                  <a:pt x="401038" y="876708"/>
                </a:lnTo>
                <a:lnTo>
                  <a:pt x="403748" y="875114"/>
                </a:lnTo>
                <a:lnTo>
                  <a:pt x="406457" y="873479"/>
                </a:lnTo>
                <a:lnTo>
                  <a:pt x="409167" y="871801"/>
                </a:lnTo>
                <a:lnTo>
                  <a:pt x="411876" y="870082"/>
                </a:lnTo>
                <a:lnTo>
                  <a:pt x="414586" y="868314"/>
                </a:lnTo>
                <a:lnTo>
                  <a:pt x="417296" y="866504"/>
                </a:lnTo>
                <a:lnTo>
                  <a:pt x="420006" y="864652"/>
                </a:lnTo>
                <a:lnTo>
                  <a:pt x="422716" y="862752"/>
                </a:lnTo>
                <a:lnTo>
                  <a:pt x="425425" y="860803"/>
                </a:lnTo>
                <a:lnTo>
                  <a:pt x="428135" y="858812"/>
                </a:lnTo>
                <a:lnTo>
                  <a:pt x="430844" y="856773"/>
                </a:lnTo>
                <a:lnTo>
                  <a:pt x="433554" y="854685"/>
                </a:lnTo>
                <a:lnTo>
                  <a:pt x="436264" y="852548"/>
                </a:lnTo>
                <a:lnTo>
                  <a:pt x="438974" y="850362"/>
                </a:lnTo>
                <a:lnTo>
                  <a:pt x="441684" y="848128"/>
                </a:lnTo>
                <a:lnTo>
                  <a:pt x="444394" y="845837"/>
                </a:lnTo>
                <a:lnTo>
                  <a:pt x="447103" y="843499"/>
                </a:lnTo>
                <a:lnTo>
                  <a:pt x="449812" y="841111"/>
                </a:lnTo>
                <a:lnTo>
                  <a:pt x="452520" y="838675"/>
                </a:lnTo>
                <a:lnTo>
                  <a:pt x="455235" y="836183"/>
                </a:lnTo>
                <a:lnTo>
                  <a:pt x="457943" y="833635"/>
                </a:lnTo>
                <a:lnTo>
                  <a:pt x="460650" y="831039"/>
                </a:lnTo>
                <a:lnTo>
                  <a:pt x="463358" y="828387"/>
                </a:lnTo>
                <a:lnTo>
                  <a:pt x="466073" y="825679"/>
                </a:lnTo>
                <a:lnTo>
                  <a:pt x="468781" y="822923"/>
                </a:lnTo>
                <a:lnTo>
                  <a:pt x="471488" y="820104"/>
                </a:lnTo>
                <a:lnTo>
                  <a:pt x="474203" y="817236"/>
                </a:lnTo>
                <a:lnTo>
                  <a:pt x="476911" y="814305"/>
                </a:lnTo>
                <a:lnTo>
                  <a:pt x="479618" y="811326"/>
                </a:lnTo>
                <a:lnTo>
                  <a:pt x="482326" y="808291"/>
                </a:lnTo>
                <a:lnTo>
                  <a:pt x="485041" y="805194"/>
                </a:lnTo>
                <a:lnTo>
                  <a:pt x="487749" y="802040"/>
                </a:lnTo>
                <a:lnTo>
                  <a:pt x="490456" y="798839"/>
                </a:lnTo>
                <a:lnTo>
                  <a:pt x="493171" y="795574"/>
                </a:lnTo>
                <a:lnTo>
                  <a:pt x="495879" y="792247"/>
                </a:lnTo>
                <a:lnTo>
                  <a:pt x="498586" y="788871"/>
                </a:lnTo>
                <a:lnTo>
                  <a:pt x="501294" y="785432"/>
                </a:lnTo>
                <a:lnTo>
                  <a:pt x="504009" y="781938"/>
                </a:lnTo>
                <a:lnTo>
                  <a:pt x="506717" y="778388"/>
                </a:lnTo>
                <a:lnTo>
                  <a:pt x="509424" y="774782"/>
                </a:lnTo>
                <a:lnTo>
                  <a:pt x="512139" y="771114"/>
                </a:lnTo>
                <a:lnTo>
                  <a:pt x="514847" y="767390"/>
                </a:lnTo>
                <a:lnTo>
                  <a:pt x="517554" y="763610"/>
                </a:lnTo>
                <a:lnTo>
                  <a:pt x="520262" y="759775"/>
                </a:lnTo>
                <a:lnTo>
                  <a:pt x="522977" y="755877"/>
                </a:lnTo>
                <a:lnTo>
                  <a:pt x="525685" y="751923"/>
                </a:lnTo>
                <a:lnTo>
                  <a:pt x="528392" y="747914"/>
                </a:lnTo>
                <a:lnTo>
                  <a:pt x="531107" y="743849"/>
                </a:lnTo>
                <a:lnTo>
                  <a:pt x="533815" y="739728"/>
                </a:lnTo>
                <a:lnTo>
                  <a:pt x="536522" y="735551"/>
                </a:lnTo>
                <a:lnTo>
                  <a:pt x="539230" y="731319"/>
                </a:lnTo>
                <a:lnTo>
                  <a:pt x="541945" y="727025"/>
                </a:lnTo>
                <a:lnTo>
                  <a:pt x="544653" y="722681"/>
                </a:lnTo>
                <a:lnTo>
                  <a:pt x="547360" y="718282"/>
                </a:lnTo>
                <a:lnTo>
                  <a:pt x="550075" y="713834"/>
                </a:lnTo>
                <a:lnTo>
                  <a:pt x="552783" y="709323"/>
                </a:lnTo>
                <a:lnTo>
                  <a:pt x="555491" y="704764"/>
                </a:lnTo>
                <a:lnTo>
                  <a:pt x="558198" y="700156"/>
                </a:lnTo>
                <a:lnTo>
                  <a:pt x="560913" y="695492"/>
                </a:lnTo>
                <a:lnTo>
                  <a:pt x="563621" y="690780"/>
                </a:lnTo>
                <a:lnTo>
                  <a:pt x="566328" y="686012"/>
                </a:lnTo>
                <a:lnTo>
                  <a:pt x="569043" y="681195"/>
                </a:lnTo>
                <a:lnTo>
                  <a:pt x="571751" y="676336"/>
                </a:lnTo>
                <a:lnTo>
                  <a:pt x="574459" y="671422"/>
                </a:lnTo>
                <a:lnTo>
                  <a:pt x="577166" y="666459"/>
                </a:lnTo>
                <a:lnTo>
                  <a:pt x="579881" y="661455"/>
                </a:lnTo>
                <a:lnTo>
                  <a:pt x="582589" y="656403"/>
                </a:lnTo>
                <a:lnTo>
                  <a:pt x="585296" y="651305"/>
                </a:lnTo>
                <a:lnTo>
                  <a:pt x="588011" y="646164"/>
                </a:lnTo>
                <a:lnTo>
                  <a:pt x="590719" y="640979"/>
                </a:lnTo>
                <a:lnTo>
                  <a:pt x="593427" y="635752"/>
                </a:lnTo>
                <a:lnTo>
                  <a:pt x="596134" y="630483"/>
                </a:lnTo>
                <a:lnTo>
                  <a:pt x="598849" y="625175"/>
                </a:lnTo>
                <a:lnTo>
                  <a:pt x="601557" y="619828"/>
                </a:lnTo>
                <a:lnTo>
                  <a:pt x="604265" y="614443"/>
                </a:lnTo>
                <a:lnTo>
                  <a:pt x="606979" y="609021"/>
                </a:lnTo>
                <a:lnTo>
                  <a:pt x="609687" y="603563"/>
                </a:lnTo>
                <a:lnTo>
                  <a:pt x="612395" y="598071"/>
                </a:lnTo>
                <a:lnTo>
                  <a:pt x="615102" y="592546"/>
                </a:lnTo>
                <a:lnTo>
                  <a:pt x="617817" y="586988"/>
                </a:lnTo>
                <a:lnTo>
                  <a:pt x="620525" y="581400"/>
                </a:lnTo>
                <a:lnTo>
                  <a:pt x="623233" y="575783"/>
                </a:lnTo>
                <a:lnTo>
                  <a:pt x="625947" y="570136"/>
                </a:lnTo>
                <a:lnTo>
                  <a:pt x="628655" y="564464"/>
                </a:lnTo>
                <a:lnTo>
                  <a:pt x="631363" y="558765"/>
                </a:lnTo>
                <a:lnTo>
                  <a:pt x="634070" y="553043"/>
                </a:lnTo>
                <a:lnTo>
                  <a:pt x="636785" y="547297"/>
                </a:lnTo>
                <a:lnTo>
                  <a:pt x="639493" y="541530"/>
                </a:lnTo>
                <a:lnTo>
                  <a:pt x="642201" y="535743"/>
                </a:lnTo>
                <a:lnTo>
                  <a:pt x="644915" y="529938"/>
                </a:lnTo>
                <a:lnTo>
                  <a:pt x="647623" y="524115"/>
                </a:lnTo>
                <a:lnTo>
                  <a:pt x="650331" y="518277"/>
                </a:lnTo>
                <a:lnTo>
                  <a:pt x="653038" y="512423"/>
                </a:lnTo>
                <a:lnTo>
                  <a:pt x="655753" y="506558"/>
                </a:lnTo>
                <a:lnTo>
                  <a:pt x="658461" y="500681"/>
                </a:lnTo>
                <a:lnTo>
                  <a:pt x="661169" y="494795"/>
                </a:lnTo>
                <a:lnTo>
                  <a:pt x="663883" y="488900"/>
                </a:lnTo>
                <a:lnTo>
                  <a:pt x="666591" y="482998"/>
                </a:lnTo>
                <a:lnTo>
                  <a:pt x="669299" y="477090"/>
                </a:lnTo>
                <a:lnTo>
                  <a:pt x="672006" y="471179"/>
                </a:lnTo>
                <a:lnTo>
                  <a:pt x="674721" y="465266"/>
                </a:lnTo>
                <a:lnTo>
                  <a:pt x="677429" y="459352"/>
                </a:lnTo>
                <a:lnTo>
                  <a:pt x="680137" y="453439"/>
                </a:lnTo>
                <a:lnTo>
                  <a:pt x="682851" y="447528"/>
                </a:lnTo>
                <a:lnTo>
                  <a:pt x="685559" y="441620"/>
                </a:lnTo>
                <a:lnTo>
                  <a:pt x="688267" y="435718"/>
                </a:lnTo>
                <a:lnTo>
                  <a:pt x="690974" y="429823"/>
                </a:lnTo>
                <a:lnTo>
                  <a:pt x="693689" y="423936"/>
                </a:lnTo>
                <a:lnTo>
                  <a:pt x="696397" y="418059"/>
                </a:lnTo>
                <a:lnTo>
                  <a:pt x="699105" y="412194"/>
                </a:lnTo>
                <a:lnTo>
                  <a:pt x="701819" y="406341"/>
                </a:lnTo>
                <a:lnTo>
                  <a:pt x="704527" y="400503"/>
                </a:lnTo>
                <a:lnTo>
                  <a:pt x="707235" y="394680"/>
                </a:lnTo>
                <a:lnTo>
                  <a:pt x="709943" y="388874"/>
                </a:lnTo>
                <a:lnTo>
                  <a:pt x="712657" y="383087"/>
                </a:lnTo>
                <a:lnTo>
                  <a:pt x="715365" y="377320"/>
                </a:lnTo>
                <a:lnTo>
                  <a:pt x="718073" y="371575"/>
                </a:lnTo>
                <a:lnTo>
                  <a:pt x="720787" y="365852"/>
                </a:lnTo>
                <a:lnTo>
                  <a:pt x="723495" y="360154"/>
                </a:lnTo>
                <a:lnTo>
                  <a:pt x="726203" y="354481"/>
                </a:lnTo>
                <a:lnTo>
                  <a:pt x="728911" y="348835"/>
                </a:lnTo>
                <a:lnTo>
                  <a:pt x="731625" y="343217"/>
                </a:lnTo>
                <a:lnTo>
                  <a:pt x="734333" y="337629"/>
                </a:lnTo>
                <a:lnTo>
                  <a:pt x="737041" y="332072"/>
                </a:lnTo>
                <a:lnTo>
                  <a:pt x="739755" y="326546"/>
                </a:lnTo>
                <a:lnTo>
                  <a:pt x="742463" y="321054"/>
                </a:lnTo>
                <a:lnTo>
                  <a:pt x="745171" y="315597"/>
                </a:lnTo>
                <a:lnTo>
                  <a:pt x="747879" y="310175"/>
                </a:lnTo>
                <a:lnTo>
                  <a:pt x="750593" y="304789"/>
                </a:lnTo>
                <a:lnTo>
                  <a:pt x="753301" y="299442"/>
                </a:lnTo>
                <a:lnTo>
                  <a:pt x="756009" y="294134"/>
                </a:lnTo>
                <a:lnTo>
                  <a:pt x="758723" y="288866"/>
                </a:lnTo>
                <a:lnTo>
                  <a:pt x="761431" y="283639"/>
                </a:lnTo>
                <a:lnTo>
                  <a:pt x="764139" y="278454"/>
                </a:lnTo>
                <a:lnTo>
                  <a:pt x="766847" y="273313"/>
                </a:lnTo>
                <a:lnTo>
                  <a:pt x="769561" y="268215"/>
                </a:lnTo>
                <a:lnTo>
                  <a:pt x="772269" y="263163"/>
                </a:lnTo>
                <a:lnTo>
                  <a:pt x="774977" y="258156"/>
                </a:lnTo>
                <a:lnTo>
                  <a:pt x="777691" y="253196"/>
                </a:lnTo>
                <a:lnTo>
                  <a:pt x="780399" y="248283"/>
                </a:lnTo>
                <a:lnTo>
                  <a:pt x="783107" y="243419"/>
                </a:lnTo>
                <a:lnTo>
                  <a:pt x="785815" y="238604"/>
                </a:lnTo>
                <a:lnTo>
                  <a:pt x="788529" y="233839"/>
                </a:lnTo>
                <a:lnTo>
                  <a:pt x="791237" y="229125"/>
                </a:lnTo>
                <a:lnTo>
                  <a:pt x="793945" y="224462"/>
                </a:lnTo>
                <a:lnTo>
                  <a:pt x="796659" y="219850"/>
                </a:lnTo>
                <a:lnTo>
                  <a:pt x="799367" y="215291"/>
                </a:lnTo>
                <a:lnTo>
                  <a:pt x="802075" y="210785"/>
                </a:lnTo>
                <a:lnTo>
                  <a:pt x="804783" y="206333"/>
                </a:lnTo>
                <a:lnTo>
                  <a:pt x="807497" y="201935"/>
                </a:lnTo>
                <a:lnTo>
                  <a:pt x="810205" y="197590"/>
                </a:lnTo>
                <a:lnTo>
                  <a:pt x="812913" y="193302"/>
                </a:lnTo>
                <a:lnTo>
                  <a:pt x="815627" y="189068"/>
                </a:lnTo>
                <a:lnTo>
                  <a:pt x="818335" y="184890"/>
                </a:lnTo>
                <a:lnTo>
                  <a:pt x="821043" y="180768"/>
                </a:lnTo>
                <a:lnTo>
                  <a:pt x="823751" y="176702"/>
                </a:lnTo>
                <a:lnTo>
                  <a:pt x="826465" y="172693"/>
                </a:lnTo>
                <a:lnTo>
                  <a:pt x="829173" y="168741"/>
                </a:lnTo>
                <a:lnTo>
                  <a:pt x="831881" y="164845"/>
                </a:lnTo>
                <a:lnTo>
                  <a:pt x="834596" y="161007"/>
                </a:lnTo>
                <a:lnTo>
                  <a:pt x="837303" y="157226"/>
                </a:lnTo>
                <a:lnTo>
                  <a:pt x="840011" y="153502"/>
                </a:lnTo>
                <a:lnTo>
                  <a:pt x="842719" y="149836"/>
                </a:lnTo>
                <a:lnTo>
                  <a:pt x="845433" y="146228"/>
                </a:lnTo>
                <a:lnTo>
                  <a:pt x="848141" y="142676"/>
                </a:lnTo>
                <a:lnTo>
                  <a:pt x="850849" y="139183"/>
                </a:lnTo>
                <a:lnTo>
                  <a:pt x="853564" y="135746"/>
                </a:lnTo>
                <a:lnTo>
                  <a:pt x="856271" y="132367"/>
                </a:lnTo>
                <a:lnTo>
                  <a:pt x="858979" y="129046"/>
                </a:lnTo>
                <a:lnTo>
                  <a:pt x="861687" y="125782"/>
                </a:lnTo>
                <a:lnTo>
                  <a:pt x="864401" y="122574"/>
                </a:lnTo>
                <a:lnTo>
                  <a:pt x="867109" y="119423"/>
                </a:lnTo>
                <a:lnTo>
                  <a:pt x="869817" y="116329"/>
                </a:lnTo>
                <a:lnTo>
                  <a:pt x="872532" y="113292"/>
                </a:lnTo>
                <a:lnTo>
                  <a:pt x="875239" y="110310"/>
                </a:lnTo>
                <a:lnTo>
                  <a:pt x="877947" y="107384"/>
                </a:lnTo>
                <a:lnTo>
                  <a:pt x="880655" y="104513"/>
                </a:lnTo>
                <a:lnTo>
                  <a:pt x="883370" y="101698"/>
                </a:lnTo>
                <a:lnTo>
                  <a:pt x="886077" y="98938"/>
                </a:lnTo>
                <a:lnTo>
                  <a:pt x="888785" y="96231"/>
                </a:lnTo>
                <a:lnTo>
                  <a:pt x="891500" y="93580"/>
                </a:lnTo>
                <a:lnTo>
                  <a:pt x="894207" y="90982"/>
                </a:lnTo>
                <a:lnTo>
                  <a:pt x="896915" y="88436"/>
                </a:lnTo>
                <a:lnTo>
                  <a:pt x="899623" y="85944"/>
                </a:lnTo>
                <a:lnTo>
                  <a:pt x="902338" y="83504"/>
                </a:lnTo>
                <a:lnTo>
                  <a:pt x="905045" y="81115"/>
                </a:lnTo>
                <a:lnTo>
                  <a:pt x="907753" y="78779"/>
                </a:lnTo>
                <a:lnTo>
                  <a:pt x="910468" y="76493"/>
                </a:lnTo>
                <a:lnTo>
                  <a:pt x="913175" y="74257"/>
                </a:lnTo>
                <a:lnTo>
                  <a:pt x="915883" y="72071"/>
                </a:lnTo>
                <a:lnTo>
                  <a:pt x="918591" y="69934"/>
                </a:lnTo>
                <a:lnTo>
                  <a:pt x="921306" y="67846"/>
                </a:lnTo>
                <a:lnTo>
                  <a:pt x="924013" y="65805"/>
                </a:lnTo>
                <a:lnTo>
                  <a:pt x="926721" y="63812"/>
                </a:lnTo>
                <a:lnTo>
                  <a:pt x="929436" y="61866"/>
                </a:lnTo>
                <a:lnTo>
                  <a:pt x="932143" y="59966"/>
                </a:lnTo>
                <a:lnTo>
                  <a:pt x="934851" y="58112"/>
                </a:lnTo>
                <a:lnTo>
                  <a:pt x="937559" y="56303"/>
                </a:lnTo>
                <a:lnTo>
                  <a:pt x="940274" y="54537"/>
                </a:lnTo>
                <a:lnTo>
                  <a:pt x="942981" y="52816"/>
                </a:lnTo>
                <a:lnTo>
                  <a:pt x="945689" y="51138"/>
                </a:lnTo>
                <a:lnTo>
                  <a:pt x="948397" y="49502"/>
                </a:lnTo>
                <a:lnTo>
                  <a:pt x="951111" y="47907"/>
                </a:lnTo>
                <a:lnTo>
                  <a:pt x="953819" y="46354"/>
                </a:lnTo>
                <a:lnTo>
                  <a:pt x="956527" y="44842"/>
                </a:lnTo>
                <a:lnTo>
                  <a:pt x="959242" y="43368"/>
                </a:lnTo>
                <a:lnTo>
                  <a:pt x="961949" y="41934"/>
                </a:lnTo>
                <a:lnTo>
                  <a:pt x="964657" y="40539"/>
                </a:lnTo>
                <a:lnTo>
                  <a:pt x="967365" y="39180"/>
                </a:lnTo>
                <a:lnTo>
                  <a:pt x="970079" y="37859"/>
                </a:lnTo>
                <a:lnTo>
                  <a:pt x="972787" y="36575"/>
                </a:lnTo>
                <a:lnTo>
                  <a:pt x="975495" y="35326"/>
                </a:lnTo>
                <a:lnTo>
                  <a:pt x="978210" y="34112"/>
                </a:lnTo>
                <a:lnTo>
                  <a:pt x="980917" y="32932"/>
                </a:lnTo>
                <a:lnTo>
                  <a:pt x="983625" y="31786"/>
                </a:lnTo>
                <a:lnTo>
                  <a:pt x="986333" y="30673"/>
                </a:lnTo>
                <a:lnTo>
                  <a:pt x="989048" y="29592"/>
                </a:lnTo>
                <a:lnTo>
                  <a:pt x="991755" y="28543"/>
                </a:lnTo>
                <a:lnTo>
                  <a:pt x="994463" y="27524"/>
                </a:lnTo>
                <a:lnTo>
                  <a:pt x="997178" y="26536"/>
                </a:lnTo>
                <a:lnTo>
                  <a:pt x="999885" y="25578"/>
                </a:lnTo>
                <a:lnTo>
                  <a:pt x="1002593" y="24649"/>
                </a:lnTo>
                <a:lnTo>
                  <a:pt x="1005301" y="23748"/>
                </a:lnTo>
                <a:lnTo>
                  <a:pt x="1008016" y="22874"/>
                </a:lnTo>
                <a:lnTo>
                  <a:pt x="1010723" y="22028"/>
                </a:lnTo>
                <a:lnTo>
                  <a:pt x="1013431" y="21208"/>
                </a:lnTo>
                <a:lnTo>
                  <a:pt x="1016146" y="20414"/>
                </a:lnTo>
                <a:lnTo>
                  <a:pt x="1018853" y="19645"/>
                </a:lnTo>
                <a:lnTo>
                  <a:pt x="1021561" y="18901"/>
                </a:lnTo>
                <a:lnTo>
                  <a:pt x="1024269" y="18181"/>
                </a:lnTo>
                <a:lnTo>
                  <a:pt x="1026984" y="17484"/>
                </a:lnTo>
                <a:lnTo>
                  <a:pt x="1029691" y="16810"/>
                </a:lnTo>
                <a:lnTo>
                  <a:pt x="1032399" y="16158"/>
                </a:lnTo>
                <a:lnTo>
                  <a:pt x="1035114" y="15528"/>
                </a:lnTo>
                <a:lnTo>
                  <a:pt x="1037822" y="14919"/>
                </a:lnTo>
                <a:lnTo>
                  <a:pt x="1040529" y="14331"/>
                </a:lnTo>
                <a:lnTo>
                  <a:pt x="1043237" y="13762"/>
                </a:lnTo>
                <a:lnTo>
                  <a:pt x="1045952" y="13213"/>
                </a:lnTo>
                <a:lnTo>
                  <a:pt x="1048659" y="12683"/>
                </a:lnTo>
                <a:lnTo>
                  <a:pt x="1051367" y="12171"/>
                </a:lnTo>
                <a:lnTo>
                  <a:pt x="1054082" y="11677"/>
                </a:lnTo>
                <a:lnTo>
                  <a:pt x="1056790" y="11201"/>
                </a:lnTo>
                <a:lnTo>
                  <a:pt x="1059497" y="10742"/>
                </a:lnTo>
                <a:lnTo>
                  <a:pt x="1062205" y="10298"/>
                </a:lnTo>
                <a:lnTo>
                  <a:pt x="1064920" y="9871"/>
                </a:lnTo>
                <a:lnTo>
                  <a:pt x="1067627" y="9460"/>
                </a:lnTo>
                <a:lnTo>
                  <a:pt x="1070335" y="9063"/>
                </a:lnTo>
                <a:lnTo>
                  <a:pt x="1073050" y="8681"/>
                </a:lnTo>
                <a:lnTo>
                  <a:pt x="1075758" y="8313"/>
                </a:lnTo>
                <a:lnTo>
                  <a:pt x="1078465" y="7958"/>
                </a:lnTo>
                <a:lnTo>
                  <a:pt x="1081173" y="7617"/>
                </a:lnTo>
                <a:lnTo>
                  <a:pt x="1083888" y="7289"/>
                </a:lnTo>
                <a:lnTo>
                  <a:pt x="1086595" y="6973"/>
                </a:lnTo>
                <a:lnTo>
                  <a:pt x="1089303" y="6670"/>
                </a:lnTo>
                <a:lnTo>
                  <a:pt x="1092018" y="6378"/>
                </a:lnTo>
                <a:lnTo>
                  <a:pt x="1094726" y="6097"/>
                </a:lnTo>
                <a:lnTo>
                  <a:pt x="1097433" y="5827"/>
                </a:lnTo>
                <a:lnTo>
                  <a:pt x="1100141" y="5568"/>
                </a:lnTo>
                <a:lnTo>
                  <a:pt x="1102856" y="5319"/>
                </a:lnTo>
                <a:lnTo>
                  <a:pt x="1105563" y="5080"/>
                </a:lnTo>
                <a:lnTo>
                  <a:pt x="1108271" y="4850"/>
                </a:lnTo>
                <a:lnTo>
                  <a:pt x="1110986" y="4630"/>
                </a:lnTo>
                <a:lnTo>
                  <a:pt x="1113694" y="4419"/>
                </a:lnTo>
                <a:lnTo>
                  <a:pt x="1116401" y="4216"/>
                </a:lnTo>
                <a:lnTo>
                  <a:pt x="1119109" y="4021"/>
                </a:lnTo>
                <a:lnTo>
                  <a:pt x="1121824" y="3835"/>
                </a:lnTo>
                <a:lnTo>
                  <a:pt x="1124532" y="3656"/>
                </a:lnTo>
                <a:lnTo>
                  <a:pt x="1127239" y="3484"/>
                </a:lnTo>
                <a:lnTo>
                  <a:pt x="1129954" y="3320"/>
                </a:lnTo>
                <a:lnTo>
                  <a:pt x="1132662" y="3163"/>
                </a:lnTo>
                <a:lnTo>
                  <a:pt x="1135369" y="3012"/>
                </a:lnTo>
                <a:lnTo>
                  <a:pt x="1138077" y="2868"/>
                </a:lnTo>
                <a:lnTo>
                  <a:pt x="1140792" y="2730"/>
                </a:lnTo>
                <a:lnTo>
                  <a:pt x="1143500" y="2598"/>
                </a:lnTo>
                <a:lnTo>
                  <a:pt x="1146207" y="2472"/>
                </a:lnTo>
                <a:lnTo>
                  <a:pt x="1148922" y="2351"/>
                </a:lnTo>
                <a:lnTo>
                  <a:pt x="1151630" y="2236"/>
                </a:lnTo>
                <a:lnTo>
                  <a:pt x="1154337" y="2125"/>
                </a:lnTo>
                <a:lnTo>
                  <a:pt x="1157045" y="2020"/>
                </a:lnTo>
                <a:lnTo>
                  <a:pt x="1159760" y="1919"/>
                </a:lnTo>
                <a:lnTo>
                  <a:pt x="1162468" y="1822"/>
                </a:lnTo>
                <a:lnTo>
                  <a:pt x="1165175" y="1730"/>
                </a:lnTo>
                <a:lnTo>
                  <a:pt x="1167890" y="1643"/>
                </a:lnTo>
                <a:lnTo>
                  <a:pt x="1170598" y="1559"/>
                </a:lnTo>
                <a:lnTo>
                  <a:pt x="1173306" y="1479"/>
                </a:lnTo>
                <a:lnTo>
                  <a:pt x="1176013" y="1403"/>
                </a:lnTo>
                <a:lnTo>
                  <a:pt x="1178728" y="1330"/>
                </a:lnTo>
                <a:lnTo>
                  <a:pt x="1181436" y="1261"/>
                </a:lnTo>
                <a:lnTo>
                  <a:pt x="1184143" y="1194"/>
                </a:lnTo>
                <a:lnTo>
                  <a:pt x="1186858" y="1131"/>
                </a:lnTo>
                <a:lnTo>
                  <a:pt x="1189566" y="1071"/>
                </a:lnTo>
                <a:lnTo>
                  <a:pt x="1192274" y="1014"/>
                </a:lnTo>
                <a:lnTo>
                  <a:pt x="1194981" y="960"/>
                </a:lnTo>
                <a:lnTo>
                  <a:pt x="1197696" y="908"/>
                </a:lnTo>
                <a:lnTo>
                  <a:pt x="1200404" y="859"/>
                </a:lnTo>
                <a:lnTo>
                  <a:pt x="1203111" y="812"/>
                </a:lnTo>
                <a:lnTo>
                  <a:pt x="1205826" y="767"/>
                </a:lnTo>
                <a:lnTo>
                  <a:pt x="1208534" y="725"/>
                </a:lnTo>
                <a:lnTo>
                  <a:pt x="1211242" y="684"/>
                </a:lnTo>
                <a:lnTo>
                  <a:pt x="1213949" y="646"/>
                </a:lnTo>
                <a:lnTo>
                  <a:pt x="1216664" y="610"/>
                </a:lnTo>
                <a:lnTo>
                  <a:pt x="1219372" y="575"/>
                </a:lnTo>
                <a:lnTo>
                  <a:pt x="1222080" y="542"/>
                </a:lnTo>
                <a:lnTo>
                  <a:pt x="1224794" y="511"/>
                </a:lnTo>
                <a:lnTo>
                  <a:pt x="1227502" y="481"/>
                </a:lnTo>
                <a:lnTo>
                  <a:pt x="1230210" y="453"/>
                </a:lnTo>
                <a:lnTo>
                  <a:pt x="1232917" y="426"/>
                </a:lnTo>
                <a:lnTo>
                  <a:pt x="1235632" y="401"/>
                </a:lnTo>
                <a:lnTo>
                  <a:pt x="1238340" y="377"/>
                </a:lnTo>
                <a:lnTo>
                  <a:pt x="1241048" y="354"/>
                </a:lnTo>
                <a:lnTo>
                  <a:pt x="1243762" y="333"/>
                </a:lnTo>
                <a:lnTo>
                  <a:pt x="1246470" y="312"/>
                </a:lnTo>
                <a:lnTo>
                  <a:pt x="1249178" y="293"/>
                </a:lnTo>
                <a:lnTo>
                  <a:pt x="1251885" y="275"/>
                </a:lnTo>
                <a:lnTo>
                  <a:pt x="1254600" y="257"/>
                </a:lnTo>
                <a:lnTo>
                  <a:pt x="1257308" y="241"/>
                </a:lnTo>
                <a:lnTo>
                  <a:pt x="1260016" y="225"/>
                </a:lnTo>
                <a:lnTo>
                  <a:pt x="1262730" y="210"/>
                </a:lnTo>
                <a:lnTo>
                  <a:pt x="1265438" y="197"/>
                </a:lnTo>
                <a:lnTo>
                  <a:pt x="1268146" y="183"/>
                </a:lnTo>
                <a:lnTo>
                  <a:pt x="1270853" y="171"/>
                </a:lnTo>
                <a:lnTo>
                  <a:pt x="1273568" y="159"/>
                </a:lnTo>
                <a:lnTo>
                  <a:pt x="1276276" y="148"/>
                </a:lnTo>
                <a:lnTo>
                  <a:pt x="1278984" y="138"/>
                </a:lnTo>
                <a:lnTo>
                  <a:pt x="1281698" y="128"/>
                </a:lnTo>
                <a:lnTo>
                  <a:pt x="1284406" y="118"/>
                </a:lnTo>
                <a:lnTo>
                  <a:pt x="1287114" y="109"/>
                </a:lnTo>
                <a:lnTo>
                  <a:pt x="1289821" y="101"/>
                </a:lnTo>
                <a:lnTo>
                  <a:pt x="1292536" y="93"/>
                </a:lnTo>
                <a:lnTo>
                  <a:pt x="1295244" y="86"/>
                </a:lnTo>
                <a:lnTo>
                  <a:pt x="1297952" y="79"/>
                </a:lnTo>
                <a:lnTo>
                  <a:pt x="1300666" y="72"/>
                </a:lnTo>
                <a:lnTo>
                  <a:pt x="1303374" y="66"/>
                </a:lnTo>
                <a:lnTo>
                  <a:pt x="1306082" y="60"/>
                </a:lnTo>
                <a:lnTo>
                  <a:pt x="1308789" y="55"/>
                </a:lnTo>
                <a:lnTo>
                  <a:pt x="1311504" y="49"/>
                </a:lnTo>
                <a:lnTo>
                  <a:pt x="1314212" y="44"/>
                </a:lnTo>
                <a:lnTo>
                  <a:pt x="1316920" y="40"/>
                </a:lnTo>
                <a:lnTo>
                  <a:pt x="1319634" y="36"/>
                </a:lnTo>
                <a:lnTo>
                  <a:pt x="1322342" y="31"/>
                </a:lnTo>
                <a:lnTo>
                  <a:pt x="1325050" y="28"/>
                </a:lnTo>
                <a:lnTo>
                  <a:pt x="1327757" y="24"/>
                </a:lnTo>
                <a:lnTo>
                  <a:pt x="1330472" y="21"/>
                </a:lnTo>
                <a:lnTo>
                  <a:pt x="1333180" y="17"/>
                </a:lnTo>
                <a:lnTo>
                  <a:pt x="1335888" y="14"/>
                </a:lnTo>
                <a:lnTo>
                  <a:pt x="1338602" y="12"/>
                </a:lnTo>
                <a:lnTo>
                  <a:pt x="1341310" y="9"/>
                </a:lnTo>
                <a:lnTo>
                  <a:pt x="1344018" y="7"/>
                </a:lnTo>
                <a:lnTo>
                  <a:pt x="1346725" y="4"/>
                </a:lnTo>
                <a:lnTo>
                  <a:pt x="1349440" y="2"/>
                </a:lnTo>
                <a:lnTo>
                  <a:pt x="1352148" y="0"/>
                </a:lnTo>
              </a:path>
            </a:pathLst>
          </a:custGeom>
          <a:noFill/>
          <a:ln w="8334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212C798-9CEA-14C5-A474-9D105391A03F}"/>
                  </a:ext>
                </a:extLst>
              </p:cNvPr>
              <p:cNvSpPr txBox="1"/>
              <p:nvPr/>
            </p:nvSpPr>
            <p:spPr bwMode="gray">
              <a:xfrm>
                <a:off x="7362074" y="1527507"/>
                <a:ext cx="1606729" cy="588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891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212C798-9CEA-14C5-A474-9D105391A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62074" y="1527507"/>
                <a:ext cx="1606729" cy="588110"/>
              </a:xfrm>
              <a:prstGeom prst="rect">
                <a:avLst/>
              </a:prstGeom>
              <a:blipFill>
                <a:blip r:embed="rId10"/>
                <a:stretch>
                  <a:fillRect l="-2344" t="-104255" b="-15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23B9C7-40F9-EECD-B88C-61246FEF9F3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8312" y="3637186"/>
            <a:ext cx="1545173" cy="1030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858C6-D445-B587-B86D-88BF3724998B}"/>
                  </a:ext>
                </a:extLst>
              </p:cNvPr>
              <p:cNvSpPr txBox="1"/>
              <p:nvPr/>
            </p:nvSpPr>
            <p:spPr bwMode="gray">
              <a:xfrm>
                <a:off x="7474497" y="3215429"/>
                <a:ext cx="1654803" cy="312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89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858C6-D445-B587-B86D-88BF3724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74497" y="3215429"/>
                <a:ext cx="1654803" cy="3126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954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4" grpId="0" animBg="1"/>
      <p:bldP spid="15" grpId="0" animBg="1"/>
      <p:bldP spid="18" grpId="0" animBg="1"/>
      <p:bldP spid="25" grpId="0"/>
      <p:bldP spid="43" grpId="0"/>
      <p:bldP spid="11" grpId="0" animBg="1"/>
      <p:bldP spid="16" grpId="0" animBg="1"/>
      <p:bldP spid="26" grpId="0"/>
      <p:bldP spid="28" grpId="0"/>
      <p:bldP spid="29" grpId="0" animBg="1"/>
      <p:bldP spid="31" grpId="0" animBg="1"/>
      <p:bldP spid="33" grpId="0"/>
      <p:bldP spid="19" grpId="0"/>
      <p:bldP spid="21" grpId="0" animBg="1"/>
      <p:bldP spid="90" grpId="0" animBg="1"/>
      <p:bldP spid="98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F26D-3766-C1EB-5906-1420954B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02C068-137E-12FF-7618-E1066F96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Classification Learning in Pictures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5B684E4-804F-BC20-C56E-317147110E9B}"/>
                  </a:ext>
                </a:extLst>
              </p:cNvPr>
              <p:cNvSpPr txBox="1"/>
              <p:nvPr/>
            </p:nvSpPr>
            <p:spPr bwMode="gray">
              <a:xfrm>
                <a:off x="-98424" y="1707654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4ABA53-429F-875B-DD96-B93420134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-98424" y="1707654"/>
                <a:ext cx="914400" cy="3196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B3B96EC-E0AC-94E5-7E98-9AEC9B60571B}"/>
                  </a:ext>
                </a:extLst>
              </p:cNvPr>
              <p:cNvSpPr txBox="1"/>
              <p:nvPr/>
            </p:nvSpPr>
            <p:spPr bwMode="gray">
              <a:xfrm>
                <a:off x="-98424" y="3056583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B3B96EC-E0AC-94E5-7E98-9AEC9B605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-98424" y="3056583"/>
                <a:ext cx="914400" cy="3196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B1E24BE-57C9-E05E-5615-8EA763D683D8}"/>
                  </a:ext>
                </a:extLst>
              </p:cNvPr>
              <p:cNvSpPr txBox="1"/>
              <p:nvPr/>
            </p:nvSpPr>
            <p:spPr bwMode="gray">
              <a:xfrm>
                <a:off x="-98424" y="4394841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B1E24BE-57C9-E05E-5615-8EA763D6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-98424" y="4394841"/>
                <a:ext cx="914400" cy="3196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6B6D28D9-77FD-682F-332B-5E1658BE822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854" y="18820"/>
            <a:ext cx="1533314" cy="1022209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8D6C3497-3072-3DEA-43FA-89E756762F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414" y="1360638"/>
            <a:ext cx="1800000" cy="1200000"/>
          </a:xfrm>
          <a:prstGeom prst="rect">
            <a:avLst/>
          </a:prstGeom>
        </p:spPr>
      </p:pic>
      <p:pic>
        <p:nvPicPr>
          <p:cNvPr id="8" name="Picture 7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DCBA22DD-C7B1-7278-6CCF-1C2D9BBF140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55" y="1299742"/>
            <a:ext cx="1800000" cy="12000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085AEA28-0A0C-A0DC-7C95-3CC20F20C74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81" y="1093512"/>
            <a:ext cx="2316845" cy="1544563"/>
          </a:xfrm>
          <a:prstGeom prst="rect">
            <a:avLst/>
          </a:prstGeom>
        </p:spPr>
      </p:pic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C255111E-B58C-ED8E-4E9D-43A256341BC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546" y="1148393"/>
            <a:ext cx="2105142" cy="1403428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89079157-F28C-3A25-213A-8A5191840FB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546" y="2479314"/>
            <a:ext cx="2105142" cy="1403428"/>
          </a:xfrm>
          <a:prstGeom prst="rect">
            <a:avLst/>
          </a:prstGeom>
        </p:spPr>
      </p:pic>
      <p:pic>
        <p:nvPicPr>
          <p:cNvPr id="16" name="Picture 15" descr="A graph of a function&#10;&#10;AI-generated content may be incorrect.">
            <a:extLst>
              <a:ext uri="{FF2B5EF4-FFF2-40B4-BE49-F238E27FC236}">
                <a16:creationId xmlns:a16="http://schemas.microsoft.com/office/drawing/2014/main" id="{D163E713-9C58-D4F8-24F5-DC1982345E7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81" y="2424433"/>
            <a:ext cx="2316845" cy="1544563"/>
          </a:xfrm>
          <a:prstGeom prst="rect">
            <a:avLst/>
          </a:prstGeom>
        </p:spPr>
      </p:pic>
      <p:pic>
        <p:nvPicPr>
          <p:cNvPr id="18" name="Picture 17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8B9BCD37-8007-7FC6-0C86-916A6C7EEC2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630663"/>
            <a:ext cx="1800000" cy="1200000"/>
          </a:xfrm>
          <a:prstGeom prst="rect">
            <a:avLst/>
          </a:prstGeom>
        </p:spPr>
      </p:pic>
      <p:pic>
        <p:nvPicPr>
          <p:cNvPr id="20" name="Picture 19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86990C3-426B-0F32-9188-984F2F0A9A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414" y="2691559"/>
            <a:ext cx="1800000" cy="1200000"/>
          </a:xfrm>
          <a:prstGeom prst="rect">
            <a:avLst/>
          </a:prstGeom>
        </p:spPr>
      </p:pic>
      <p:pic>
        <p:nvPicPr>
          <p:cNvPr id="22" name="Picture 21" descr="A graph of a function&#10;&#10;AI-generated content may be incorrect.">
            <a:extLst>
              <a:ext uri="{FF2B5EF4-FFF2-40B4-BE49-F238E27FC236}">
                <a16:creationId xmlns:a16="http://schemas.microsoft.com/office/drawing/2014/main" id="{DDB30400-0BA6-9496-5094-BE7491EB576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546" y="3684150"/>
            <a:ext cx="2105142" cy="1403428"/>
          </a:xfrm>
          <a:prstGeom prst="rect">
            <a:avLst/>
          </a:prstGeom>
        </p:spPr>
      </p:pic>
      <p:pic>
        <p:nvPicPr>
          <p:cNvPr id="24" name="Picture 23" descr="A graph of a graph with a point&#10;&#10;AI-generated content may be incorrect.">
            <a:extLst>
              <a:ext uri="{FF2B5EF4-FFF2-40B4-BE49-F238E27FC236}">
                <a16:creationId xmlns:a16="http://schemas.microsoft.com/office/drawing/2014/main" id="{F56E6501-D4A4-774C-C0D0-93A35F6CCED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81" y="3629269"/>
            <a:ext cx="2316845" cy="1544563"/>
          </a:xfrm>
          <a:prstGeom prst="rect">
            <a:avLst/>
          </a:prstGeom>
        </p:spPr>
      </p:pic>
      <p:pic>
        <p:nvPicPr>
          <p:cNvPr id="26" name="Picture 25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423E0C6-8ABB-E340-C1AF-4414D006B53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8" y="3835499"/>
            <a:ext cx="1800000" cy="1200000"/>
          </a:xfrm>
          <a:prstGeom prst="rect">
            <a:avLst/>
          </a:prstGeom>
        </p:spPr>
      </p:pic>
      <p:pic>
        <p:nvPicPr>
          <p:cNvPr id="28" name="Picture 27" descr="A diagram of a graph&#10;&#10;AI-generated content may be incorrect.">
            <a:extLst>
              <a:ext uri="{FF2B5EF4-FFF2-40B4-BE49-F238E27FC236}">
                <a16:creationId xmlns:a16="http://schemas.microsoft.com/office/drawing/2014/main" id="{AFDAEBD1-7B3D-8D71-27B4-B0D6E136E72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414" y="3896395"/>
            <a:ext cx="1800000" cy="120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41D73B6-8183-9584-E4C5-FEC8798867B8}"/>
              </a:ext>
            </a:extLst>
          </p:cNvPr>
          <p:cNvSpPr txBox="1"/>
          <p:nvPr/>
        </p:nvSpPr>
        <p:spPr bwMode="gray">
          <a:xfrm>
            <a:off x="1321655" y="1041029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Input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AD8C50-D233-29D1-890B-7B4D612ED8FE}"/>
              </a:ext>
            </a:extLst>
          </p:cNvPr>
          <p:cNvSpPr txBox="1"/>
          <p:nvPr/>
        </p:nvSpPr>
        <p:spPr bwMode="gray">
          <a:xfrm>
            <a:off x="3394917" y="1041029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Likelihood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42C79C-9E7A-19A7-2E13-E9C8B8E48DF6}"/>
              </a:ext>
            </a:extLst>
          </p:cNvPr>
          <p:cNvSpPr txBox="1"/>
          <p:nvPr/>
        </p:nvSpPr>
        <p:spPr bwMode="gray">
          <a:xfrm>
            <a:off x="5333603" y="1041029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Posterior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312C4D-4F00-F0BF-E67E-2A764DEBB1B5}"/>
              </a:ext>
            </a:extLst>
          </p:cNvPr>
          <p:cNvSpPr txBox="1"/>
          <p:nvPr/>
        </p:nvSpPr>
        <p:spPr bwMode="gray">
          <a:xfrm>
            <a:off x="7221214" y="1030355"/>
            <a:ext cx="914400" cy="31960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Predictive Distribution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593931-18AD-9778-C772-2F4315A82B48}"/>
              </a:ext>
            </a:extLst>
          </p:cNvPr>
          <p:cNvSpPr txBox="1"/>
          <p:nvPr/>
        </p:nvSpPr>
        <p:spPr bwMode="gray">
          <a:xfrm>
            <a:off x="8283231" y="-41844"/>
            <a:ext cx="761603" cy="378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Prior</a:t>
            </a:r>
            <a:endParaRPr lang="en-DE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4700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1"/>
      <p:bldP spid="68" grpId="1"/>
      <p:bldP spid="69" grpId="1"/>
      <p:bldP spid="29" grpId="1"/>
      <p:bldP spid="30" grpId="1"/>
      <p:bldP spid="31" grpId="1"/>
      <p:bldP spid="32" grpId="1"/>
      <p:bldP spid="3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Bayesian Classification Learning</a:t>
            </a:r>
          </a:p>
          <a:p>
            <a:pPr marL="342900" indent="-342900"/>
            <a:r>
              <a:rPr lang="en-US" altLang="en-DE" b="1" dirty="0"/>
              <a:t>Bayesian Classification Learning via Approximate Message Passing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21677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1E1AB2-3963-0AB2-1F1B-AC6DCA30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Update Equations for Combined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/>
              <p:nvPr/>
            </p:nvSpPr>
            <p:spPr bwMode="gray">
              <a:xfrm>
                <a:off x="3707904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7904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1EC1389-B872-7A05-4361-F2E3FE14E4B8}"/>
              </a:ext>
            </a:extLst>
          </p:cNvPr>
          <p:cNvSpPr/>
          <p:nvPr/>
        </p:nvSpPr>
        <p:spPr bwMode="gray">
          <a:xfrm>
            <a:off x="2294740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E8BCB-E1B0-D2E6-75F3-BF25A0D00AB5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2420739" y="2012859"/>
            <a:ext cx="1287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/>
              <p:nvPr/>
            </p:nvSpPr>
            <p:spPr bwMode="gray">
              <a:xfrm>
                <a:off x="755576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5576" y="1886859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073B9-289C-7444-3726-42485D7F650B}"/>
              </a:ext>
            </a:extLst>
          </p:cNvPr>
          <p:cNvCxnSpPr>
            <a:cxnSpLocks/>
            <a:stCxn id="9" idx="1"/>
            <a:endCxn id="12" idx="6"/>
          </p:cNvCxnSpPr>
          <p:nvPr/>
        </p:nvCxnSpPr>
        <p:spPr bwMode="gray">
          <a:xfrm flipH="1">
            <a:off x="1007575" y="2012859"/>
            <a:ext cx="1287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/>
              <p:nvPr/>
            </p:nvSpPr>
            <p:spPr bwMode="gray">
              <a:xfrm>
                <a:off x="907663" y="1187252"/>
                <a:ext cx="2728233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Projection-Noise Factor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DE" sz="1200" b="1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07663" y="1187252"/>
                <a:ext cx="2728233" cy="422788"/>
              </a:xfrm>
              <a:prstGeom prst="rect">
                <a:avLst/>
              </a:prstGeom>
              <a:blipFill>
                <a:blip r:embed="rId4"/>
                <a:stretch>
                  <a:fillRect l="-18056" r="-14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/>
              <p:nvPr/>
            </p:nvSpPr>
            <p:spPr bwMode="gray">
              <a:xfrm>
                <a:off x="2810797" y="1599453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10797" y="1599453"/>
                <a:ext cx="741711" cy="268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/>
              <p:nvPr/>
            </p:nvSpPr>
            <p:spPr bwMode="gray">
              <a:xfrm>
                <a:off x="1121822" y="1563638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21822" y="1563638"/>
                <a:ext cx="796824" cy="268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14A21D0-D569-13C8-2005-0BB892F39915}"/>
                  </a:ext>
                </a:extLst>
              </p:cNvPr>
              <p:cNvSpPr txBox="1"/>
              <p:nvPr/>
            </p:nvSpPr>
            <p:spPr bwMode="gray">
              <a:xfrm>
                <a:off x="4302561" y="1363798"/>
                <a:ext cx="2880320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14A21D0-D569-13C8-2005-0BB892F3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2561" y="1363798"/>
                <a:ext cx="2880320" cy="4525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1D15D37-3FD8-D302-9FF6-824AA3B78AE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56958" y="1870596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18BDA43-DF47-EBB4-625E-EAAC96421DE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865199" y="1884531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668CCD-F424-7525-0AED-256F3C8C4C80}"/>
                  </a:ext>
                </a:extLst>
              </p:cNvPr>
              <p:cNvSpPr txBox="1"/>
              <p:nvPr/>
            </p:nvSpPr>
            <p:spPr bwMode="gray">
              <a:xfrm>
                <a:off x="2804591" y="2159445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668CCD-F424-7525-0AED-256F3C8C4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04591" y="2159445"/>
                <a:ext cx="741711" cy="2682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E0B15-4242-F0E0-FA39-8080C2B97D92}"/>
                  </a:ext>
                </a:extLst>
              </p:cNvPr>
              <p:cNvSpPr txBox="1"/>
              <p:nvPr/>
            </p:nvSpPr>
            <p:spPr bwMode="gray">
              <a:xfrm>
                <a:off x="1115616" y="2123630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E0B15-4242-F0E0-FA39-8080C2B97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2123630"/>
                <a:ext cx="796824" cy="2682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A8A37-CA88-EE98-5E65-51D965B0F797}"/>
                  </a:ext>
                </a:extLst>
              </p:cNvPr>
              <p:cNvSpPr txBox="1"/>
              <p:nvPr/>
            </p:nvSpPr>
            <p:spPr bwMode="gray">
              <a:xfrm>
                <a:off x="4302561" y="1987413"/>
                <a:ext cx="2880320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A8A37-CA88-EE98-5E65-51D965B0F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2561" y="1987413"/>
                <a:ext cx="2880320" cy="4525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2CADF6-5D21-8BAC-5ABE-24762D215B3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50752" y="2118512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4A48C8-9902-69E0-967D-B936762B749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858993" y="2132447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4C1E1E9-B295-17BD-354D-854C6D94E5CA}"/>
                  </a:ext>
                </a:extLst>
              </p:cNvPr>
              <p:cNvSpPr/>
              <p:nvPr/>
            </p:nvSpPr>
            <p:spPr bwMode="gray">
              <a:xfrm>
                <a:off x="7790373" y="177049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4C1E1E9-B295-17BD-354D-854C6D94E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90373" y="1770492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CD222FFA-1F6F-F632-4E59-108A99F8B4EB}"/>
                  </a:ext>
                </a:extLst>
              </p:cNvPr>
              <p:cNvSpPr/>
              <p:nvPr/>
            </p:nvSpPr>
            <p:spPr bwMode="gray">
              <a:xfrm>
                <a:off x="7387995" y="2048204"/>
                <a:ext cx="1624398" cy="1130717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D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CD222FFA-1F6F-F632-4E59-108A99F8B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7995" y="2048204"/>
                <a:ext cx="1624398" cy="113071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A78042-7372-05E5-17AB-09067C58E5E1}"/>
              </a:ext>
            </a:extLst>
          </p:cNvPr>
          <p:cNvCxnSpPr>
            <a:cxnSpLocks/>
            <a:stCxn id="38" idx="4"/>
            <a:endCxn id="53" idx="0"/>
          </p:cNvCxnSpPr>
          <p:nvPr/>
        </p:nvCxnSpPr>
        <p:spPr bwMode="gray">
          <a:xfrm>
            <a:off x="7898373" y="1986492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7C30DE5-6C03-1B7B-F7DB-3A870A0A4AA4}"/>
              </a:ext>
            </a:extLst>
          </p:cNvPr>
          <p:cNvSpPr/>
          <p:nvPr/>
        </p:nvSpPr>
        <p:spPr bwMode="gray">
          <a:xfrm>
            <a:off x="7835373" y="2803499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4E9B1C-10CC-7E81-AE38-E68259D61739}"/>
              </a:ext>
            </a:extLst>
          </p:cNvPr>
          <p:cNvSpPr/>
          <p:nvPr/>
        </p:nvSpPr>
        <p:spPr bwMode="gray">
          <a:xfrm>
            <a:off x="7835373" y="148615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B47560-64F9-9CC1-51FD-03DEA6E7D3EB}"/>
              </a:ext>
            </a:extLst>
          </p:cNvPr>
          <p:cNvCxnSpPr>
            <a:cxnSpLocks/>
            <a:stCxn id="47" idx="2"/>
            <a:endCxn id="38" idx="0"/>
          </p:cNvCxnSpPr>
          <p:nvPr/>
        </p:nvCxnSpPr>
        <p:spPr bwMode="gray">
          <a:xfrm>
            <a:off x="7898373" y="1612156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EB1F15-2249-532D-5D1C-824D853F2B18}"/>
                  </a:ext>
                </a:extLst>
              </p:cNvPr>
              <p:cNvSpPr txBox="1"/>
              <p:nvPr/>
            </p:nvSpPr>
            <p:spPr bwMode="gray">
              <a:xfrm>
                <a:off x="7492129" y="1275606"/>
                <a:ext cx="812485" cy="217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EB1F15-2249-532D-5D1C-824D853F2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92129" y="1275606"/>
                <a:ext cx="812485" cy="2171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39EE79F-CBA3-0D88-DFF8-2436DB3E71B3}"/>
                  </a:ext>
                </a:extLst>
              </p:cNvPr>
              <p:cNvSpPr txBox="1"/>
              <p:nvPr/>
            </p:nvSpPr>
            <p:spPr bwMode="gray">
              <a:xfrm>
                <a:off x="7380312" y="2910911"/>
                <a:ext cx="106376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39EE79F-CBA3-0D88-DFF8-2436DB3E7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12" y="2910911"/>
                <a:ext cx="1063764" cy="2154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166CE68-6225-B6B9-E76F-4F003CB882AE}"/>
                  </a:ext>
                </a:extLst>
              </p:cNvPr>
              <p:cNvSpPr/>
              <p:nvPr/>
            </p:nvSpPr>
            <p:spPr bwMode="gray">
              <a:xfrm>
                <a:off x="7790373" y="242916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166CE68-6225-B6B9-E76F-4F003CB88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90373" y="2429163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545571-583F-119D-15E7-8A26F980D1E3}"/>
              </a:ext>
            </a:extLst>
          </p:cNvPr>
          <p:cNvCxnSpPr>
            <a:cxnSpLocks/>
            <a:stCxn id="53" idx="2"/>
            <a:endCxn id="51" idx="0"/>
          </p:cNvCxnSpPr>
          <p:nvPr/>
        </p:nvCxnSpPr>
        <p:spPr bwMode="gray">
          <a:xfrm>
            <a:off x="7898373" y="2270827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47A7A72-8987-AA9B-B6B8-F01851EFAF3D}"/>
              </a:ext>
            </a:extLst>
          </p:cNvPr>
          <p:cNvSpPr/>
          <p:nvPr/>
        </p:nvSpPr>
        <p:spPr bwMode="gray">
          <a:xfrm>
            <a:off x="7835373" y="214482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2208737-77DD-BAFB-7E55-178DE8846203}"/>
              </a:ext>
            </a:extLst>
          </p:cNvPr>
          <p:cNvCxnSpPr>
            <a:cxnSpLocks/>
            <a:stCxn id="51" idx="4"/>
            <a:endCxn id="46" idx="0"/>
          </p:cNvCxnSpPr>
          <p:nvPr/>
        </p:nvCxnSpPr>
        <p:spPr bwMode="gray">
          <a:xfrm>
            <a:off x="7898373" y="2645163"/>
            <a:ext cx="0" cy="1583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B7DEC1-4FCD-B599-7CFD-2D43AAD674B4}"/>
                  </a:ext>
                </a:extLst>
              </p:cNvPr>
              <p:cNvSpPr txBox="1"/>
              <p:nvPr/>
            </p:nvSpPr>
            <p:spPr bwMode="gray">
              <a:xfrm>
                <a:off x="7913858" y="2092872"/>
                <a:ext cx="953250" cy="235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B7DEC1-4FCD-B599-7CFD-2D43AAD6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13858" y="2092872"/>
                <a:ext cx="953250" cy="235898"/>
              </a:xfrm>
              <a:prstGeom prst="rect">
                <a:avLst/>
              </a:prstGeom>
              <a:blipFill>
                <a:blip r:embed="rId16"/>
                <a:stretch>
                  <a:fillRect r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8074C4A-8295-F6F2-3F28-84BED286E459}"/>
                  </a:ext>
                </a:extLst>
              </p:cNvPr>
              <p:cNvSpPr/>
              <p:nvPr/>
            </p:nvSpPr>
            <p:spPr bwMode="gray">
              <a:xfrm>
                <a:off x="2225555" y="408894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8074C4A-8295-F6F2-3F28-84BED286E4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25555" y="4088946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13208CB-A834-B366-F20D-49B05FA0F73A}"/>
              </a:ext>
            </a:extLst>
          </p:cNvPr>
          <p:cNvCxnSpPr>
            <a:cxnSpLocks/>
            <a:stCxn id="81" idx="3"/>
            <a:endCxn id="80" idx="2"/>
          </p:cNvCxnSpPr>
          <p:nvPr/>
        </p:nvCxnSpPr>
        <p:spPr bwMode="gray">
          <a:xfrm>
            <a:off x="1881077" y="4214946"/>
            <a:ext cx="34447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58CF0C59-2ABA-D84B-ACE3-C39F0A6A4017}"/>
              </a:ext>
            </a:extLst>
          </p:cNvPr>
          <p:cNvSpPr/>
          <p:nvPr/>
        </p:nvSpPr>
        <p:spPr bwMode="gray">
          <a:xfrm>
            <a:off x="1755078" y="415194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693096-DBD4-ACDC-A8AE-27174F44FB94}"/>
                  </a:ext>
                </a:extLst>
              </p:cNvPr>
              <p:cNvSpPr txBox="1"/>
              <p:nvPr/>
            </p:nvSpPr>
            <p:spPr bwMode="gray">
              <a:xfrm>
                <a:off x="1420275" y="4508379"/>
                <a:ext cx="847469" cy="2236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693096-DBD4-ACDC-A8AE-27174F44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20275" y="4508379"/>
                <a:ext cx="847469" cy="2236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AE7DDE6-63C3-C816-60B1-DF12BD5A3490}"/>
                  </a:ext>
                </a:extLst>
              </p:cNvPr>
              <p:cNvSpPr/>
              <p:nvPr/>
            </p:nvSpPr>
            <p:spPr bwMode="gray">
              <a:xfrm>
                <a:off x="755576" y="408894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AE7DDE6-63C3-C816-60B1-DF12BD5A34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5576" y="4088946"/>
                <a:ext cx="251999" cy="2519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85A2AE5-D0B9-9A92-8B57-B754D1D8D3A1}"/>
              </a:ext>
            </a:extLst>
          </p:cNvPr>
          <p:cNvCxnSpPr>
            <a:cxnSpLocks/>
            <a:stCxn id="81" idx="1"/>
            <a:endCxn id="84" idx="6"/>
          </p:cNvCxnSpPr>
          <p:nvPr/>
        </p:nvCxnSpPr>
        <p:spPr bwMode="gray">
          <a:xfrm flipH="1">
            <a:off x="1007575" y="4214946"/>
            <a:ext cx="74750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7AC00DD-95E1-62C4-9633-A343645946B9}"/>
                  </a:ext>
                </a:extLst>
              </p:cNvPr>
              <p:cNvSpPr/>
              <p:nvPr/>
            </p:nvSpPr>
            <p:spPr bwMode="gray">
              <a:xfrm>
                <a:off x="3743937" y="408894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7AC00DD-95E1-62C4-9633-A34364594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43937" y="4088946"/>
                <a:ext cx="251999" cy="251999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5852EB9-7431-6B7C-31B9-3373A7688805}"/>
              </a:ext>
            </a:extLst>
          </p:cNvPr>
          <p:cNvCxnSpPr>
            <a:cxnSpLocks/>
            <a:stCxn id="91" idx="3"/>
            <a:endCxn id="90" idx="2"/>
          </p:cNvCxnSpPr>
          <p:nvPr/>
        </p:nvCxnSpPr>
        <p:spPr bwMode="gray">
          <a:xfrm>
            <a:off x="2948033" y="4214946"/>
            <a:ext cx="7959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754D666A-CB37-2CF1-C4F9-7EF0634FB57F}"/>
              </a:ext>
            </a:extLst>
          </p:cNvPr>
          <p:cNvSpPr/>
          <p:nvPr/>
        </p:nvSpPr>
        <p:spPr bwMode="gray">
          <a:xfrm>
            <a:off x="2822034" y="415194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49794A4-CE2A-7A45-598F-40047EC58713}"/>
                  </a:ext>
                </a:extLst>
              </p:cNvPr>
              <p:cNvSpPr txBox="1"/>
              <p:nvPr/>
            </p:nvSpPr>
            <p:spPr bwMode="gray">
              <a:xfrm>
                <a:off x="2500395" y="4494441"/>
                <a:ext cx="847469" cy="2236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49794A4-CE2A-7A45-598F-40047EC5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00395" y="4494441"/>
                <a:ext cx="847469" cy="22361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E4831E1-021D-2D82-EF84-AABDB80776BB}"/>
              </a:ext>
            </a:extLst>
          </p:cNvPr>
          <p:cNvCxnSpPr>
            <a:cxnSpLocks/>
            <a:stCxn id="80" idx="6"/>
            <a:endCxn id="91" idx="1"/>
          </p:cNvCxnSpPr>
          <p:nvPr/>
        </p:nvCxnSpPr>
        <p:spPr bwMode="gray">
          <a:xfrm>
            <a:off x="2477554" y="4214946"/>
            <a:ext cx="34448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B7AA225-530F-3000-BF6D-72B0A48FC3FE}"/>
                  </a:ext>
                </a:extLst>
              </p:cNvPr>
              <p:cNvSpPr txBox="1"/>
              <p:nvPr/>
            </p:nvSpPr>
            <p:spPr bwMode="gray">
              <a:xfrm>
                <a:off x="1831303" y="3853956"/>
                <a:ext cx="400408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B7AA225-530F-3000-BF6D-72B0A48F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31303" y="3853956"/>
                <a:ext cx="400408" cy="26828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23A7D21-9573-FC7D-B4CD-AC64FB9F85E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918130" y="4110987"/>
            <a:ext cx="288000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E63AE1D-85E6-C488-7AD8-FA95CC402446}"/>
                  </a:ext>
                </a:extLst>
              </p:cNvPr>
              <p:cNvSpPr txBox="1"/>
              <p:nvPr/>
            </p:nvSpPr>
            <p:spPr bwMode="gray">
              <a:xfrm>
                <a:off x="2405683" y="3853879"/>
                <a:ext cx="400408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E63AE1D-85E6-C488-7AD8-FA95CC402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05683" y="3853879"/>
                <a:ext cx="400408" cy="26828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978A0AC-A37F-7B4F-66A0-8CD2294393F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492510" y="4110910"/>
            <a:ext cx="288000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B1AB98-039D-ECEB-F829-A157D64B22CE}"/>
                  </a:ext>
                </a:extLst>
              </p:cNvPr>
              <p:cNvSpPr txBox="1"/>
              <p:nvPr/>
            </p:nvSpPr>
            <p:spPr bwMode="gray">
              <a:xfrm>
                <a:off x="1027607" y="3790975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B1AB98-039D-ECEB-F829-A157D64B2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7607" y="3790975"/>
                <a:ext cx="796824" cy="2682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2575A46-8498-99C2-6F31-8A2EE223850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062743" y="4097933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ACB1E6C-FBB6-5A26-3DAA-9FA6968AB453}"/>
                  </a:ext>
                </a:extLst>
              </p:cNvPr>
              <p:cNvSpPr txBox="1"/>
              <p:nvPr/>
            </p:nvSpPr>
            <p:spPr bwMode="gray">
              <a:xfrm>
                <a:off x="2953823" y="3808841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ACB1E6C-FBB6-5A26-3DAA-9FA6968AB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53823" y="3808841"/>
                <a:ext cx="741711" cy="26828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9A57FBF-2C78-5AC7-163B-74432216C3C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008225" y="4093919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54BEAAA-485D-60A9-B27E-832CE772F3EF}"/>
                  </a:ext>
                </a:extLst>
              </p:cNvPr>
              <p:cNvSpPr txBox="1"/>
              <p:nvPr/>
            </p:nvSpPr>
            <p:spPr bwMode="gray">
              <a:xfrm>
                <a:off x="3059832" y="4305747"/>
                <a:ext cx="741711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54BEAAA-485D-60A9-B27E-832CE772F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59832" y="4305747"/>
                <a:ext cx="741711" cy="26828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A066DE1-3DC8-68E6-B9AA-1A08AA1A9997}"/>
                  </a:ext>
                </a:extLst>
              </p:cNvPr>
              <p:cNvSpPr txBox="1"/>
              <p:nvPr/>
            </p:nvSpPr>
            <p:spPr bwMode="gray">
              <a:xfrm>
                <a:off x="995930" y="4286004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d>
                        <m:dPr>
                          <m:ctrlP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A066DE1-3DC8-68E6-B9AA-1A08AA1A9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5930" y="4286004"/>
                <a:ext cx="796824" cy="26828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815A02A-2145-3F52-1069-B401BBAED35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031066" y="4319585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A3C9EB9-69AC-836C-2C1C-0D5058FCD34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009215" y="4333520"/>
            <a:ext cx="698689" cy="725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FAF9497-D8E7-857A-C1FA-3C766D51F15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907704" y="4339859"/>
            <a:ext cx="288000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1BE06A0-2BDC-211F-9CA8-FBAE9317828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482084" y="4339782"/>
            <a:ext cx="288000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483BDC2-D301-F8F3-D7A4-7C1D63062A61}"/>
                  </a:ext>
                </a:extLst>
              </p:cNvPr>
              <p:cNvSpPr txBox="1"/>
              <p:nvPr/>
            </p:nvSpPr>
            <p:spPr bwMode="gray">
              <a:xfrm>
                <a:off x="1918130" y="4295108"/>
                <a:ext cx="400408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483BDC2-D301-F8F3-D7A4-7C1D63062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18130" y="4295108"/>
                <a:ext cx="400408" cy="26828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6E0A552-A3E0-0FC3-31D6-E46071EFF831}"/>
                  </a:ext>
                </a:extLst>
              </p:cNvPr>
              <p:cNvSpPr txBox="1"/>
              <p:nvPr/>
            </p:nvSpPr>
            <p:spPr bwMode="gray">
              <a:xfrm>
                <a:off x="2492510" y="4295031"/>
                <a:ext cx="400408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6E0A552-A3E0-0FC3-31D6-E46071EFF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92510" y="4295031"/>
                <a:ext cx="400408" cy="2682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0E6F890-E418-26DF-934C-16EC6A8F684C}"/>
              </a:ext>
            </a:extLst>
          </p:cNvPr>
          <p:cNvCxnSpPr>
            <a:cxnSpLocks/>
            <a:stCxn id="129" idx="1"/>
            <a:endCxn id="130" idx="3"/>
          </p:cNvCxnSpPr>
          <p:nvPr/>
        </p:nvCxnSpPr>
        <p:spPr bwMode="gray">
          <a:xfrm flipH="1" flipV="1">
            <a:off x="4139951" y="4261424"/>
            <a:ext cx="523119" cy="5147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2DB3E69-BD02-01A1-02A4-FB48B9065A37}"/>
              </a:ext>
            </a:extLst>
          </p:cNvPr>
          <p:cNvSpPr txBox="1"/>
          <p:nvPr/>
        </p:nvSpPr>
        <p:spPr bwMode="gray">
          <a:xfrm>
            <a:off x="4663070" y="4441846"/>
            <a:ext cx="2519811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H</a:t>
            </a:r>
            <a:r>
              <a:rPr lang="en-DE" sz="1200" dirty="0">
                <a:solidFill>
                  <a:srgbClr val="C00000"/>
                </a:solidFill>
              </a:rPr>
              <a:t>elper factor tree to derive </a:t>
            </a:r>
            <a:br>
              <a:rPr lang="en-DE" sz="1200" dirty="0">
                <a:solidFill>
                  <a:srgbClr val="C00000"/>
                </a:solidFill>
              </a:rPr>
            </a:br>
            <a:r>
              <a:rPr lang="en-DE" sz="1200" dirty="0">
                <a:solidFill>
                  <a:srgbClr val="C00000"/>
                </a:solidFill>
              </a:rPr>
              <a:t>closed form message equations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0B1BAC1C-B865-AED1-3AB6-CF1FE72BBA6B}"/>
              </a:ext>
            </a:extLst>
          </p:cNvPr>
          <p:cNvSpPr/>
          <p:nvPr/>
        </p:nvSpPr>
        <p:spPr bwMode="gray">
          <a:xfrm>
            <a:off x="636296" y="3790857"/>
            <a:ext cx="3503655" cy="94113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078FAE7-AC2D-EC75-2BAB-18E8095F6A20}"/>
                  </a:ext>
                </a:extLst>
              </p:cNvPr>
              <p:cNvSpPr txBox="1"/>
              <p:nvPr/>
            </p:nvSpPr>
            <p:spPr bwMode="gray">
              <a:xfrm>
                <a:off x="4965483" y="3743733"/>
                <a:ext cx="2667576" cy="4525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078FAE7-AC2D-EC75-2BAB-18E8095F6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65483" y="3743733"/>
                <a:ext cx="2667576" cy="45254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6C74085-149D-3CFD-815D-9A24A0093577}"/>
                  </a:ext>
                </a:extLst>
              </p:cNvPr>
              <p:cNvSpPr txBox="1"/>
              <p:nvPr/>
            </p:nvSpPr>
            <p:spPr bwMode="gray">
              <a:xfrm>
                <a:off x="4965161" y="3988101"/>
                <a:ext cx="2667576" cy="4525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6C74085-149D-3CFD-815D-9A24A009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65161" y="3988101"/>
                <a:ext cx="2667576" cy="45254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45D5909-84C0-B2B6-2066-7036DE2CED71}"/>
                  </a:ext>
                </a:extLst>
              </p:cNvPr>
              <p:cNvSpPr txBox="1"/>
              <p:nvPr/>
            </p:nvSpPr>
            <p:spPr bwMode="gray">
              <a:xfrm>
                <a:off x="481703" y="2571750"/>
                <a:ext cx="6361944" cy="59178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105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105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05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05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05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nary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10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0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05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lit/>
                        </m:rP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5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sz="105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45D5909-84C0-B2B6-2066-7036DE2CE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1703" y="2571750"/>
                <a:ext cx="6361944" cy="591787"/>
              </a:xfrm>
              <a:prstGeom prst="rect">
                <a:avLst/>
              </a:prstGeom>
              <a:blipFill>
                <a:blip r:embed="rId32"/>
                <a:stretch>
                  <a:fillRect t="-102083" b="-1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B62D6D-81F3-AD49-D156-67991BEDE35D}"/>
                  </a:ext>
                </a:extLst>
              </p:cNvPr>
              <p:cNvSpPr txBox="1"/>
              <p:nvPr/>
            </p:nvSpPr>
            <p:spPr bwMode="gray">
              <a:xfrm>
                <a:off x="461062" y="3086439"/>
                <a:ext cx="6361944" cy="59178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05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05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05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p>
                                          <m:r>
                                            <a:rPr lang="en-US" sz="105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nary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05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05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05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5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05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05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0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m:rPr>
                          <m:lit/>
                        </m:rP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5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br>
                  <a:rPr lang="en-US" sz="105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B62D6D-81F3-AD49-D156-67991BEDE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1062" y="3086439"/>
                <a:ext cx="6361944" cy="591787"/>
              </a:xfrm>
              <a:prstGeom prst="rect">
                <a:avLst/>
              </a:prstGeom>
              <a:blipFill>
                <a:blip r:embed="rId33"/>
                <a:stretch>
                  <a:fillRect t="-102083" b="-1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0F5DBC-BA03-E9F8-2BD6-719372D7A1EE}"/>
              </a:ext>
            </a:extLst>
          </p:cNvPr>
          <p:cNvSpPr/>
          <p:nvPr/>
        </p:nvSpPr>
        <p:spPr bwMode="gray">
          <a:xfrm>
            <a:off x="3664963" y="2637311"/>
            <a:ext cx="1915149" cy="44340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2F658D-B988-2CE4-1749-664DA92C6E64}"/>
              </a:ext>
            </a:extLst>
          </p:cNvPr>
          <p:cNvCxnSpPr>
            <a:cxnSpLocks/>
            <a:stCxn id="15" idx="3"/>
            <a:endCxn id="136" idx="0"/>
          </p:cNvCxnSpPr>
          <p:nvPr/>
        </p:nvCxnSpPr>
        <p:spPr bwMode="gray">
          <a:xfrm>
            <a:off x="5580112" y="2859015"/>
            <a:ext cx="719159" cy="8847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25F37B8-0033-1240-E80A-0E08C59F3379}"/>
              </a:ext>
            </a:extLst>
          </p:cNvPr>
          <p:cNvSpPr/>
          <p:nvPr/>
        </p:nvSpPr>
        <p:spPr bwMode="gray">
          <a:xfrm>
            <a:off x="3691071" y="3130286"/>
            <a:ext cx="1867410" cy="44340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B2D97C-234A-1F9C-5E23-10CBBC5BF183}"/>
              </a:ext>
            </a:extLst>
          </p:cNvPr>
          <p:cNvCxnSpPr>
            <a:cxnSpLocks/>
            <a:stCxn id="21" idx="2"/>
          </p:cNvCxnSpPr>
          <p:nvPr/>
        </p:nvCxnSpPr>
        <p:spPr bwMode="gray">
          <a:xfrm>
            <a:off x="4624776" y="3573694"/>
            <a:ext cx="836944" cy="6693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0042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00"/>
                            </p:stCondLst>
                            <p:childTnLst>
                              <p:par>
                                <p:cTn id="2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20" grpId="0"/>
      <p:bldP spid="64" grpId="0"/>
      <p:bldP spid="65" grpId="0"/>
      <p:bldP spid="73" grpId="0" animBg="1"/>
      <p:bldP spid="22" grpId="0"/>
      <p:bldP spid="23" grpId="0"/>
      <p:bldP spid="30" grpId="0" animBg="1"/>
      <p:bldP spid="38" grpId="0" animBg="1"/>
      <p:bldP spid="44" grpId="0" animBg="1"/>
      <p:bldP spid="46" grpId="0" animBg="1"/>
      <p:bldP spid="47" grpId="0" animBg="1"/>
      <p:bldP spid="49" grpId="0"/>
      <p:bldP spid="50" grpId="0"/>
      <p:bldP spid="51" grpId="0" animBg="1"/>
      <p:bldP spid="53" grpId="0" animBg="1"/>
      <p:bldP spid="55" grpId="0"/>
      <p:bldP spid="80" grpId="0" animBg="1"/>
      <p:bldP spid="81" grpId="0" animBg="1"/>
      <p:bldP spid="83" grpId="0"/>
      <p:bldP spid="84" grpId="0" animBg="1"/>
      <p:bldP spid="90" grpId="0" animBg="1"/>
      <p:bldP spid="91" grpId="0" animBg="1"/>
      <p:bldP spid="93" grpId="0"/>
      <p:bldP spid="107" grpId="0"/>
      <p:bldP spid="110" grpId="0"/>
      <p:bldP spid="116" grpId="0"/>
      <p:bldP spid="118" grpId="0"/>
      <p:bldP spid="120" grpId="0"/>
      <p:bldP spid="121" grpId="0"/>
      <p:bldP spid="126" grpId="0"/>
      <p:bldP spid="127" grpId="0"/>
      <p:bldP spid="129" grpId="0"/>
      <p:bldP spid="130" grpId="0" animBg="1"/>
      <p:bldP spid="136" grpId="0"/>
      <p:bldP spid="137" grpId="0"/>
      <p:bldP spid="142" grpId="0"/>
      <p:bldP spid="5" grpId="0"/>
      <p:bldP spid="15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52105" cy="3563938"/>
              </a:xfrm>
            </p:spPr>
            <p:txBody>
              <a:bodyPr/>
              <a:lstStyle/>
              <a:p>
                <a:r>
                  <a:rPr lang="en-DE" b="1" dirty="0"/>
                  <a:t>Factor Tree</a:t>
                </a:r>
                <a:r>
                  <a:rPr lang="en-DE" dirty="0"/>
                  <a:t>: Each training example is summarized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DE" dirty="0"/>
                  <a:t>-dimensional message</a:t>
                </a:r>
              </a:p>
              <a:p>
                <a:pPr lvl="1"/>
                <a:r>
                  <a:rPr lang="en-DE" sz="1200" dirty="0"/>
                  <a:t>Prior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1,0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Sup>
                          <m:sSubSup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  <m:sub>
                            <m: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  <m:sub>
                            <m:r>
                              <a:rPr lang="en-US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Data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1200" dirty="0"/>
              </a:p>
              <a:p>
                <a:r>
                  <a:rPr lang="en-US" b="1" dirty="0"/>
                  <a:t>Posterior</a:t>
                </a:r>
                <a:r>
                  <a:rPr lang="en-US" dirty="0"/>
                  <a:t>: Multiplying prior and data messages we have 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Iterative Approximations</a:t>
                </a:r>
                <a:r>
                  <a:rPr lang="en-US" dirty="0"/>
                  <a:t>: Since each data message involves an approximate factor, we need to iterate message passing until convergence!</a:t>
                </a:r>
              </a:p>
              <a:p>
                <a:pPr lvl="1"/>
                <a:r>
                  <a:rPr lang="en-US" sz="1200" dirty="0"/>
                  <a:t>We maintain the (approximate) posterior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</m:d>
                  </m:oMath>
                </a14:m>
                <a:r>
                  <a:rPr lang="en-US" sz="1200" dirty="0"/>
                  <a:t> and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200" dirty="0"/>
                  <a:t> in scale-location parameters (using Sherman-Morrison formula)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200" dirty="0"/>
                  <a:t> in scale-location parameters by Gaussian projection-noise factor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200" dirty="0"/>
                  <a:t> in natural parameters by matching moments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Update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 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</m:d>
                  </m:oMath>
                </a14:m>
                <a:r>
                  <a:rPr lang="en-US" sz="1200" dirty="0"/>
                  <a:t> in scale-location parameters (using Sherman-Morrison)</a:t>
                </a:r>
              </a:p>
              <a:p>
                <a:pPr lvl="1">
                  <a:buFont typeface="+mj-lt"/>
                  <a:buAutoNum type="arabicPeriod"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52105" cy="3563938"/>
              </a:xfrm>
              <a:blipFill>
                <a:blip r:embed="rId2"/>
                <a:stretch>
                  <a:fillRect t="-355"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Linear Classification by Message Passing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/>
              <p:nvPr/>
            </p:nvSpPr>
            <p:spPr bwMode="gray">
              <a:xfrm>
                <a:off x="7586230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86230" y="1784508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38431F-5795-B2BB-5A0B-FDC0C3DF4BB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 bwMode="gray">
          <a:xfrm>
            <a:off x="7694230" y="2000508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/>
              <p:nvPr/>
            </p:nvSpPr>
            <p:spPr bwMode="gray">
              <a:xfrm>
                <a:off x="8150970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50970" y="2679985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9BB16D-303A-B2A1-BE9A-B6B332199BF1}"/>
              </a:ext>
            </a:extLst>
          </p:cNvPr>
          <p:cNvSpPr/>
          <p:nvPr/>
        </p:nvSpPr>
        <p:spPr bwMode="gray">
          <a:xfrm>
            <a:off x="8195971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9A35CE-EF25-8F78-1E52-C2BFE147CC00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8258970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0E16E-63D8-708B-7682-E5CA915B334B}"/>
              </a:ext>
            </a:extLst>
          </p:cNvPr>
          <p:cNvSpPr/>
          <p:nvPr/>
        </p:nvSpPr>
        <p:spPr bwMode="gray">
          <a:xfrm>
            <a:off x="7631230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F0A00-DEB7-8904-E3FB-066BCFF8FEE3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7694230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/>
              <p:nvPr/>
            </p:nvSpPr>
            <p:spPr bwMode="gray">
              <a:xfrm>
                <a:off x="7287986" y="1133370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87986" y="1133370"/>
                <a:ext cx="812485" cy="216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03DAED8-E819-5A71-96E2-5C989EB7693B}"/>
              </a:ext>
            </a:extLst>
          </p:cNvPr>
          <p:cNvSpPr/>
          <p:nvPr/>
        </p:nvSpPr>
        <p:spPr bwMode="gray">
          <a:xfrm>
            <a:off x="8195377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32646B-D3BC-643D-EFD0-54C104C592C5}"/>
              </a:ext>
            </a:extLst>
          </p:cNvPr>
          <p:cNvCxnSpPr>
            <a:cxnSpLocks/>
            <a:stCxn id="16" idx="0"/>
            <a:endCxn id="7" idx="4"/>
          </p:cNvCxnSpPr>
          <p:nvPr/>
        </p:nvCxnSpPr>
        <p:spPr bwMode="gray">
          <a:xfrm flipV="1">
            <a:off x="8258377" y="2895985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/>
              <p:nvPr/>
            </p:nvSpPr>
            <p:spPr bwMode="gray">
              <a:xfrm>
                <a:off x="8152003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52003" y="3147814"/>
                <a:ext cx="812485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/>
              <p:nvPr/>
            </p:nvSpPr>
            <p:spPr bwMode="gray">
              <a:xfrm>
                <a:off x="8279855" y="2173623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9855" y="2173623"/>
                <a:ext cx="972665" cy="196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706130-88BC-F5C4-695E-20D2E9CA5EDC}"/>
              </a:ext>
            </a:extLst>
          </p:cNvPr>
          <p:cNvCxnSpPr>
            <a:cxnSpLocks/>
          </p:cNvCxnSpPr>
          <p:nvPr/>
        </p:nvCxnSpPr>
        <p:spPr bwMode="gray">
          <a:xfrm flipV="1">
            <a:off x="8149012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CB39FC-931E-EBC4-E9BF-F9E1A97EF467}"/>
              </a:ext>
            </a:extLst>
          </p:cNvPr>
          <p:cNvCxnSpPr>
            <a:cxnSpLocks/>
          </p:cNvCxnSpPr>
          <p:nvPr/>
        </p:nvCxnSpPr>
        <p:spPr bwMode="gray">
          <a:xfrm flipV="1">
            <a:off x="8148501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8F3EBE-73ED-DCAF-50BA-143170C9AA6C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843174" y="1950845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9B71A8-4F4E-50FA-B0D8-198E9C2334E8}"/>
              </a:ext>
            </a:extLst>
          </p:cNvPr>
          <p:cNvCxnSpPr>
            <a:cxnSpLocks/>
          </p:cNvCxnSpPr>
          <p:nvPr/>
        </p:nvCxnSpPr>
        <p:spPr bwMode="gray">
          <a:xfrm>
            <a:off x="7586230" y="1471520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646914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46914" y="2895985"/>
                <a:ext cx="444398" cy="200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634564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4564" y="2399633"/>
                <a:ext cx="444398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008168" y="147467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08168" y="1474678"/>
                <a:ext cx="515053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997069" y="185167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621C4106-B2A1-E635-A5A0-9D284118D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97069" y="1851670"/>
                <a:ext cx="515053" cy="2006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 flipH="1">
            <a:off x="7116086" y="2000508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7008085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08085" y="2679985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7053086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7116085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0B46102-6CFC-19D8-3A6D-BEBACD7D6E34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V="1">
            <a:off x="7114783" y="2895985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6156176" y="2161217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56176" y="2161217"/>
                <a:ext cx="972665" cy="1965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7F3FCD-2508-2233-303E-54B8692EB33E}"/>
              </a:ext>
            </a:extLst>
          </p:cNvPr>
          <p:cNvCxnSpPr>
            <a:cxnSpLocks/>
          </p:cNvCxnSpPr>
          <p:nvPr/>
        </p:nvCxnSpPr>
        <p:spPr bwMode="gray">
          <a:xfrm flipV="1">
            <a:off x="7006127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7005616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8F6DE4-0D8D-41AB-05C1-601984D7F4BB}"/>
              </a:ext>
            </a:extLst>
          </p:cNvPr>
          <p:cNvCxnSpPr>
            <a:cxnSpLocks/>
          </p:cNvCxnSpPr>
          <p:nvPr/>
        </p:nvCxnSpPr>
        <p:spPr bwMode="gray">
          <a:xfrm flipV="1">
            <a:off x="7022317" y="1957630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853072" y="1867006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53072" y="1867006"/>
                <a:ext cx="515053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56558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56558" y="2895985"/>
                <a:ext cx="444398" cy="2006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44208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208" y="2399633"/>
                <a:ext cx="444398" cy="2006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3F1CD76F-ACA9-9185-DC2B-4202EF81CD3D}"/>
              </a:ext>
            </a:extLst>
          </p:cNvPr>
          <p:cNvSpPr/>
          <p:nvPr/>
        </p:nvSpPr>
        <p:spPr bwMode="gray">
          <a:xfrm>
            <a:off x="7051783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/>
              <p:nvPr/>
            </p:nvSpPr>
            <p:spPr bwMode="gray">
              <a:xfrm>
                <a:off x="7020272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20272" y="3147814"/>
                <a:ext cx="812485" cy="2154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91E2D1-6496-AB8B-0EAA-00134C4BB3CD}"/>
              </a:ext>
            </a:extLst>
          </p:cNvPr>
          <p:cNvSpPr/>
          <p:nvPr/>
        </p:nvSpPr>
        <p:spPr bwMode="gray">
          <a:xfrm>
            <a:off x="6914030" y="1855823"/>
            <a:ext cx="1573877" cy="1503171"/>
          </a:xfrm>
          <a:custGeom>
            <a:avLst/>
            <a:gdLst>
              <a:gd name="connsiteX0" fmla="*/ 0 w 1804234"/>
              <a:gd name="connsiteY0" fmla="*/ 269307 h 1615812"/>
              <a:gd name="connsiteX1" fmla="*/ 269307 w 1804234"/>
              <a:gd name="connsiteY1" fmla="*/ 0 h 1615812"/>
              <a:gd name="connsiteX2" fmla="*/ 1534927 w 1804234"/>
              <a:gd name="connsiteY2" fmla="*/ 0 h 1615812"/>
              <a:gd name="connsiteX3" fmla="*/ 1804234 w 1804234"/>
              <a:gd name="connsiteY3" fmla="*/ 269307 h 1615812"/>
              <a:gd name="connsiteX4" fmla="*/ 1804234 w 1804234"/>
              <a:gd name="connsiteY4" fmla="*/ 1346505 h 1615812"/>
              <a:gd name="connsiteX5" fmla="*/ 1534927 w 1804234"/>
              <a:gd name="connsiteY5" fmla="*/ 1615812 h 1615812"/>
              <a:gd name="connsiteX6" fmla="*/ 269307 w 1804234"/>
              <a:gd name="connsiteY6" fmla="*/ 1615812 h 1615812"/>
              <a:gd name="connsiteX7" fmla="*/ 0 w 1804234"/>
              <a:gd name="connsiteY7" fmla="*/ 1346505 h 1615812"/>
              <a:gd name="connsiteX8" fmla="*/ 0 w 1804234"/>
              <a:gd name="connsiteY8" fmla="*/ 269307 h 1615812"/>
              <a:gd name="connsiteX0" fmla="*/ 0 w 1804234"/>
              <a:gd name="connsiteY0" fmla="*/ 269307 h 1615812"/>
              <a:gd name="connsiteX1" fmla="*/ 269307 w 1804234"/>
              <a:gd name="connsiteY1" fmla="*/ 0 h 1615812"/>
              <a:gd name="connsiteX2" fmla="*/ 1534927 w 1804234"/>
              <a:gd name="connsiteY2" fmla="*/ 0 h 1615812"/>
              <a:gd name="connsiteX3" fmla="*/ 1804234 w 1804234"/>
              <a:gd name="connsiteY3" fmla="*/ 269307 h 1615812"/>
              <a:gd name="connsiteX4" fmla="*/ 1804234 w 1804234"/>
              <a:gd name="connsiteY4" fmla="*/ 1346505 h 1615812"/>
              <a:gd name="connsiteX5" fmla="*/ 1534927 w 1804234"/>
              <a:gd name="connsiteY5" fmla="*/ 1615812 h 1615812"/>
              <a:gd name="connsiteX6" fmla="*/ 715241 w 1804234"/>
              <a:gd name="connsiteY6" fmla="*/ 555597 h 1615812"/>
              <a:gd name="connsiteX7" fmla="*/ 269307 w 1804234"/>
              <a:gd name="connsiteY7" fmla="*/ 1615812 h 1615812"/>
              <a:gd name="connsiteX8" fmla="*/ 0 w 1804234"/>
              <a:gd name="connsiteY8" fmla="*/ 1346505 h 1615812"/>
              <a:gd name="connsiteX9" fmla="*/ 0 w 1804234"/>
              <a:gd name="connsiteY9" fmla="*/ 269307 h 1615812"/>
              <a:gd name="connsiteX0" fmla="*/ 0 w 1804234"/>
              <a:gd name="connsiteY0" fmla="*/ 269307 h 1676772"/>
              <a:gd name="connsiteX1" fmla="*/ 269307 w 1804234"/>
              <a:gd name="connsiteY1" fmla="*/ 0 h 1676772"/>
              <a:gd name="connsiteX2" fmla="*/ 1534927 w 1804234"/>
              <a:gd name="connsiteY2" fmla="*/ 0 h 1676772"/>
              <a:gd name="connsiteX3" fmla="*/ 1804234 w 1804234"/>
              <a:gd name="connsiteY3" fmla="*/ 269307 h 1676772"/>
              <a:gd name="connsiteX4" fmla="*/ 1804234 w 1804234"/>
              <a:gd name="connsiteY4" fmla="*/ 1346505 h 1676772"/>
              <a:gd name="connsiteX5" fmla="*/ 1534927 w 1804234"/>
              <a:gd name="connsiteY5" fmla="*/ 1615812 h 1676772"/>
              <a:gd name="connsiteX6" fmla="*/ 715241 w 1804234"/>
              <a:gd name="connsiteY6" fmla="*/ 555597 h 1676772"/>
              <a:gd name="connsiteX7" fmla="*/ 502987 w 1804234"/>
              <a:gd name="connsiteY7" fmla="*/ 1676772 h 1676772"/>
              <a:gd name="connsiteX8" fmla="*/ 0 w 1804234"/>
              <a:gd name="connsiteY8" fmla="*/ 1346505 h 1676772"/>
              <a:gd name="connsiteX9" fmla="*/ 0 w 1804234"/>
              <a:gd name="connsiteY9" fmla="*/ 269307 h 1676772"/>
              <a:gd name="connsiteX0" fmla="*/ 0 w 1804234"/>
              <a:gd name="connsiteY0" fmla="*/ 269307 h 1731341"/>
              <a:gd name="connsiteX1" fmla="*/ 269307 w 1804234"/>
              <a:gd name="connsiteY1" fmla="*/ 0 h 1731341"/>
              <a:gd name="connsiteX2" fmla="*/ 1534927 w 1804234"/>
              <a:gd name="connsiteY2" fmla="*/ 0 h 1731341"/>
              <a:gd name="connsiteX3" fmla="*/ 1804234 w 1804234"/>
              <a:gd name="connsiteY3" fmla="*/ 269307 h 1731341"/>
              <a:gd name="connsiteX4" fmla="*/ 1804234 w 1804234"/>
              <a:gd name="connsiteY4" fmla="*/ 1346505 h 1731341"/>
              <a:gd name="connsiteX5" fmla="*/ 1534927 w 1804234"/>
              <a:gd name="connsiteY5" fmla="*/ 1615812 h 1731341"/>
              <a:gd name="connsiteX6" fmla="*/ 715241 w 1804234"/>
              <a:gd name="connsiteY6" fmla="*/ 555597 h 1731341"/>
              <a:gd name="connsiteX7" fmla="*/ 502987 w 1804234"/>
              <a:gd name="connsiteY7" fmla="*/ 1676772 h 1731341"/>
              <a:gd name="connsiteX8" fmla="*/ 85321 w 1804234"/>
              <a:gd name="connsiteY8" fmla="*/ 1551277 h 1731341"/>
              <a:gd name="connsiteX9" fmla="*/ 0 w 1804234"/>
              <a:gd name="connsiteY9" fmla="*/ 1346505 h 1731341"/>
              <a:gd name="connsiteX10" fmla="*/ 0 w 1804234"/>
              <a:gd name="connsiteY10" fmla="*/ 269307 h 173134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534927 w 1804234"/>
              <a:gd name="connsiteY5" fmla="*/ 1615812 h 1766811"/>
              <a:gd name="connsiteX6" fmla="*/ 715241 w 1804234"/>
              <a:gd name="connsiteY6" fmla="*/ 555597 h 1766811"/>
              <a:gd name="connsiteX7" fmla="*/ 502987 w 1804234"/>
              <a:gd name="connsiteY7" fmla="*/ 1676772 h 1766811"/>
              <a:gd name="connsiteX8" fmla="*/ 95481 w 1804234"/>
              <a:gd name="connsiteY8" fmla="*/ 1693517 h 1766811"/>
              <a:gd name="connsiteX9" fmla="*/ 0 w 1804234"/>
              <a:gd name="connsiteY9" fmla="*/ 1346505 h 1766811"/>
              <a:gd name="connsiteX10" fmla="*/ 0 w 1804234"/>
              <a:gd name="connsiteY10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128527 w 1804234"/>
              <a:gd name="connsiteY5" fmla="*/ 1646292 h 1766811"/>
              <a:gd name="connsiteX6" fmla="*/ 715241 w 1804234"/>
              <a:gd name="connsiteY6" fmla="*/ 555597 h 1766811"/>
              <a:gd name="connsiteX7" fmla="*/ 502987 w 1804234"/>
              <a:gd name="connsiteY7" fmla="*/ 1676772 h 1766811"/>
              <a:gd name="connsiteX8" fmla="*/ 95481 w 1804234"/>
              <a:gd name="connsiteY8" fmla="*/ 1693517 h 1766811"/>
              <a:gd name="connsiteX9" fmla="*/ 0 w 1804234"/>
              <a:gd name="connsiteY9" fmla="*/ 1346505 h 1766811"/>
              <a:gd name="connsiteX10" fmla="*/ 0 w 1804234"/>
              <a:gd name="connsiteY10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128527 w 1804234"/>
              <a:gd name="connsiteY5" fmla="*/ 1646292 h 1766811"/>
              <a:gd name="connsiteX6" fmla="*/ 1020041 w 1804234"/>
              <a:gd name="connsiteY6" fmla="*/ 596237 h 1766811"/>
              <a:gd name="connsiteX7" fmla="*/ 715241 w 1804234"/>
              <a:gd name="connsiteY7" fmla="*/ 555597 h 1766811"/>
              <a:gd name="connsiteX8" fmla="*/ 502987 w 1804234"/>
              <a:gd name="connsiteY8" fmla="*/ 1676772 h 1766811"/>
              <a:gd name="connsiteX9" fmla="*/ 95481 w 1804234"/>
              <a:gd name="connsiteY9" fmla="*/ 1693517 h 1766811"/>
              <a:gd name="connsiteX10" fmla="*/ 0 w 1804234"/>
              <a:gd name="connsiteY10" fmla="*/ 1346505 h 1766811"/>
              <a:gd name="connsiteX11" fmla="*/ 0 w 1804234"/>
              <a:gd name="connsiteY11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250447 w 1804234"/>
              <a:gd name="connsiteY5" fmla="*/ 1676772 h 1766811"/>
              <a:gd name="connsiteX6" fmla="*/ 1020041 w 1804234"/>
              <a:gd name="connsiteY6" fmla="*/ 596237 h 1766811"/>
              <a:gd name="connsiteX7" fmla="*/ 715241 w 1804234"/>
              <a:gd name="connsiteY7" fmla="*/ 555597 h 1766811"/>
              <a:gd name="connsiteX8" fmla="*/ 502987 w 1804234"/>
              <a:gd name="connsiteY8" fmla="*/ 1676772 h 1766811"/>
              <a:gd name="connsiteX9" fmla="*/ 95481 w 1804234"/>
              <a:gd name="connsiteY9" fmla="*/ 1693517 h 1766811"/>
              <a:gd name="connsiteX10" fmla="*/ 0 w 1804234"/>
              <a:gd name="connsiteY10" fmla="*/ 1346505 h 1766811"/>
              <a:gd name="connsiteX11" fmla="*/ 0 w 1804234"/>
              <a:gd name="connsiteY11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250447 w 1804234"/>
              <a:gd name="connsiteY6" fmla="*/ 16767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0 w 1804234"/>
              <a:gd name="connsiteY12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0 w 1804234"/>
              <a:gd name="connsiteY12" fmla="*/ 26930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631514 w 1804234"/>
              <a:gd name="connsiteY3" fmla="*/ 36074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301247 w 1804234"/>
              <a:gd name="connsiteY2" fmla="*/ 101600 h 1766811"/>
              <a:gd name="connsiteX3" fmla="*/ 1631514 w 1804234"/>
              <a:gd name="connsiteY3" fmla="*/ 36074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020041 w 1804234"/>
              <a:gd name="connsiteY7" fmla="*/ 565757 h 1736331"/>
              <a:gd name="connsiteX8" fmla="*/ 715241 w 1804234"/>
              <a:gd name="connsiteY8" fmla="*/ 52511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020041 w 1804234"/>
              <a:gd name="connsiteY7" fmla="*/ 56575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341887 w 1804234"/>
              <a:gd name="connsiteY6" fmla="*/ 148373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49961 w 1804234"/>
              <a:gd name="connsiteY5" fmla="*/ 1480157 h 1736331"/>
              <a:gd name="connsiteX6" fmla="*/ 1341887 w 1804234"/>
              <a:gd name="connsiteY6" fmla="*/ 148373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695797"/>
              <a:gd name="connsiteY0" fmla="*/ 370907 h 1736331"/>
              <a:gd name="connsiteX1" fmla="*/ 645227 w 1695797"/>
              <a:gd name="connsiteY1" fmla="*/ 0 h 1736331"/>
              <a:gd name="connsiteX2" fmla="*/ 1301247 w 1695797"/>
              <a:gd name="connsiteY2" fmla="*/ 71120 h 1736331"/>
              <a:gd name="connsiteX3" fmla="*/ 1631514 w 1695797"/>
              <a:gd name="connsiteY3" fmla="*/ 330267 h 1736331"/>
              <a:gd name="connsiteX4" fmla="*/ 1682314 w 1695797"/>
              <a:gd name="connsiteY4" fmla="*/ 1336345 h 1736331"/>
              <a:gd name="connsiteX5" fmla="*/ 1649961 w 1695797"/>
              <a:gd name="connsiteY5" fmla="*/ 1480157 h 1736331"/>
              <a:gd name="connsiteX6" fmla="*/ 1341887 w 1695797"/>
              <a:gd name="connsiteY6" fmla="*/ 1483732 h 1736331"/>
              <a:gd name="connsiteX7" fmla="*/ 1253721 w 1695797"/>
              <a:gd name="connsiteY7" fmla="*/ 443837 h 1736331"/>
              <a:gd name="connsiteX8" fmla="*/ 562841 w 1695797"/>
              <a:gd name="connsiteY8" fmla="*/ 443837 h 1736331"/>
              <a:gd name="connsiteX9" fmla="*/ 502987 w 1695797"/>
              <a:gd name="connsiteY9" fmla="*/ 1646292 h 1736331"/>
              <a:gd name="connsiteX10" fmla="*/ 95481 w 1695797"/>
              <a:gd name="connsiteY10" fmla="*/ 1663037 h 1736331"/>
              <a:gd name="connsiteX11" fmla="*/ 0 w 1695797"/>
              <a:gd name="connsiteY11" fmla="*/ 1316025 h 1736331"/>
              <a:gd name="connsiteX12" fmla="*/ 142240 w 1695797"/>
              <a:gd name="connsiteY12" fmla="*/ 370907 h 1736331"/>
              <a:gd name="connsiteX0" fmla="*/ 142240 w 1695797"/>
              <a:gd name="connsiteY0" fmla="*/ 370907 h 1689345"/>
              <a:gd name="connsiteX1" fmla="*/ 645227 w 1695797"/>
              <a:gd name="connsiteY1" fmla="*/ 0 h 1689345"/>
              <a:gd name="connsiteX2" fmla="*/ 1301247 w 1695797"/>
              <a:gd name="connsiteY2" fmla="*/ 71120 h 1689345"/>
              <a:gd name="connsiteX3" fmla="*/ 1631514 w 1695797"/>
              <a:gd name="connsiteY3" fmla="*/ 330267 h 1689345"/>
              <a:gd name="connsiteX4" fmla="*/ 1682314 w 1695797"/>
              <a:gd name="connsiteY4" fmla="*/ 1336345 h 1689345"/>
              <a:gd name="connsiteX5" fmla="*/ 1649961 w 1695797"/>
              <a:gd name="connsiteY5" fmla="*/ 1480157 h 1689345"/>
              <a:gd name="connsiteX6" fmla="*/ 1341887 w 1695797"/>
              <a:gd name="connsiteY6" fmla="*/ 1483732 h 1689345"/>
              <a:gd name="connsiteX7" fmla="*/ 1253721 w 1695797"/>
              <a:gd name="connsiteY7" fmla="*/ 443837 h 1689345"/>
              <a:gd name="connsiteX8" fmla="*/ 562841 w 1695797"/>
              <a:gd name="connsiteY8" fmla="*/ 443837 h 1689345"/>
              <a:gd name="connsiteX9" fmla="*/ 523307 w 1695797"/>
              <a:gd name="connsiteY9" fmla="*/ 1534532 h 1689345"/>
              <a:gd name="connsiteX10" fmla="*/ 95481 w 1695797"/>
              <a:gd name="connsiteY10" fmla="*/ 1663037 h 1689345"/>
              <a:gd name="connsiteX11" fmla="*/ 0 w 1695797"/>
              <a:gd name="connsiteY11" fmla="*/ 1316025 h 1689345"/>
              <a:gd name="connsiteX12" fmla="*/ 142240 w 1695797"/>
              <a:gd name="connsiteY12" fmla="*/ 370907 h 1689345"/>
              <a:gd name="connsiteX0" fmla="*/ 142240 w 1695797"/>
              <a:gd name="connsiteY0" fmla="*/ 370907 h 1610835"/>
              <a:gd name="connsiteX1" fmla="*/ 645227 w 1695797"/>
              <a:gd name="connsiteY1" fmla="*/ 0 h 1610835"/>
              <a:gd name="connsiteX2" fmla="*/ 1301247 w 1695797"/>
              <a:gd name="connsiteY2" fmla="*/ 71120 h 1610835"/>
              <a:gd name="connsiteX3" fmla="*/ 1631514 w 1695797"/>
              <a:gd name="connsiteY3" fmla="*/ 330267 h 1610835"/>
              <a:gd name="connsiteX4" fmla="*/ 1682314 w 1695797"/>
              <a:gd name="connsiteY4" fmla="*/ 1336345 h 1610835"/>
              <a:gd name="connsiteX5" fmla="*/ 1649961 w 1695797"/>
              <a:gd name="connsiteY5" fmla="*/ 1480157 h 1610835"/>
              <a:gd name="connsiteX6" fmla="*/ 1341887 w 1695797"/>
              <a:gd name="connsiteY6" fmla="*/ 1483732 h 1610835"/>
              <a:gd name="connsiteX7" fmla="*/ 1253721 w 1695797"/>
              <a:gd name="connsiteY7" fmla="*/ 443837 h 1610835"/>
              <a:gd name="connsiteX8" fmla="*/ 562841 w 1695797"/>
              <a:gd name="connsiteY8" fmla="*/ 443837 h 1610835"/>
              <a:gd name="connsiteX9" fmla="*/ 523307 w 1695797"/>
              <a:gd name="connsiteY9" fmla="*/ 1534532 h 1610835"/>
              <a:gd name="connsiteX10" fmla="*/ 176761 w 1695797"/>
              <a:gd name="connsiteY10" fmla="*/ 1510637 h 1610835"/>
              <a:gd name="connsiteX11" fmla="*/ 0 w 1695797"/>
              <a:gd name="connsiteY11" fmla="*/ 1316025 h 1610835"/>
              <a:gd name="connsiteX12" fmla="*/ 142240 w 1695797"/>
              <a:gd name="connsiteY12" fmla="*/ 370907 h 1610835"/>
              <a:gd name="connsiteX0" fmla="*/ 5833 w 1559390"/>
              <a:gd name="connsiteY0" fmla="*/ 370907 h 1610835"/>
              <a:gd name="connsiteX1" fmla="*/ 508820 w 1559390"/>
              <a:gd name="connsiteY1" fmla="*/ 0 h 1610835"/>
              <a:gd name="connsiteX2" fmla="*/ 1164840 w 1559390"/>
              <a:gd name="connsiteY2" fmla="*/ 71120 h 1610835"/>
              <a:gd name="connsiteX3" fmla="*/ 1495107 w 1559390"/>
              <a:gd name="connsiteY3" fmla="*/ 330267 h 1610835"/>
              <a:gd name="connsiteX4" fmla="*/ 1545907 w 1559390"/>
              <a:gd name="connsiteY4" fmla="*/ 1336345 h 1610835"/>
              <a:gd name="connsiteX5" fmla="*/ 1513554 w 1559390"/>
              <a:gd name="connsiteY5" fmla="*/ 1480157 h 1610835"/>
              <a:gd name="connsiteX6" fmla="*/ 1205480 w 1559390"/>
              <a:gd name="connsiteY6" fmla="*/ 1483732 h 1610835"/>
              <a:gd name="connsiteX7" fmla="*/ 1117314 w 1559390"/>
              <a:gd name="connsiteY7" fmla="*/ 443837 h 1610835"/>
              <a:gd name="connsiteX8" fmla="*/ 426434 w 1559390"/>
              <a:gd name="connsiteY8" fmla="*/ 443837 h 1610835"/>
              <a:gd name="connsiteX9" fmla="*/ 386900 w 1559390"/>
              <a:gd name="connsiteY9" fmla="*/ 1534532 h 1610835"/>
              <a:gd name="connsiteX10" fmla="*/ 40354 w 1559390"/>
              <a:gd name="connsiteY10" fmla="*/ 1510637 h 1610835"/>
              <a:gd name="connsiteX11" fmla="*/ 15993 w 1559390"/>
              <a:gd name="connsiteY11" fmla="*/ 1326185 h 1610835"/>
              <a:gd name="connsiteX12" fmla="*/ 5833 w 1559390"/>
              <a:gd name="connsiteY12" fmla="*/ 370907 h 1610835"/>
              <a:gd name="connsiteX0" fmla="*/ 20320 w 1573877"/>
              <a:gd name="connsiteY0" fmla="*/ 370907 h 1610835"/>
              <a:gd name="connsiteX1" fmla="*/ 523307 w 1573877"/>
              <a:gd name="connsiteY1" fmla="*/ 0 h 1610835"/>
              <a:gd name="connsiteX2" fmla="*/ 1179327 w 1573877"/>
              <a:gd name="connsiteY2" fmla="*/ 71120 h 1610835"/>
              <a:gd name="connsiteX3" fmla="*/ 1509594 w 1573877"/>
              <a:gd name="connsiteY3" fmla="*/ 330267 h 1610835"/>
              <a:gd name="connsiteX4" fmla="*/ 1560394 w 1573877"/>
              <a:gd name="connsiteY4" fmla="*/ 1336345 h 1610835"/>
              <a:gd name="connsiteX5" fmla="*/ 1528041 w 1573877"/>
              <a:gd name="connsiteY5" fmla="*/ 1480157 h 1610835"/>
              <a:gd name="connsiteX6" fmla="*/ 1219967 w 1573877"/>
              <a:gd name="connsiteY6" fmla="*/ 1483732 h 1610835"/>
              <a:gd name="connsiteX7" fmla="*/ 1131801 w 1573877"/>
              <a:gd name="connsiteY7" fmla="*/ 443837 h 1610835"/>
              <a:gd name="connsiteX8" fmla="*/ 440921 w 1573877"/>
              <a:gd name="connsiteY8" fmla="*/ 443837 h 1610835"/>
              <a:gd name="connsiteX9" fmla="*/ 401387 w 1573877"/>
              <a:gd name="connsiteY9" fmla="*/ 1534532 h 1610835"/>
              <a:gd name="connsiteX10" fmla="*/ 54841 w 1573877"/>
              <a:gd name="connsiteY10" fmla="*/ 1510637 h 1610835"/>
              <a:gd name="connsiteX11" fmla="*/ 0 w 1573877"/>
              <a:gd name="connsiteY11" fmla="*/ 1336345 h 1610835"/>
              <a:gd name="connsiteX12" fmla="*/ 20320 w 1573877"/>
              <a:gd name="connsiteY12" fmla="*/ 370907 h 1610835"/>
              <a:gd name="connsiteX0" fmla="*/ 20320 w 1573877"/>
              <a:gd name="connsiteY0" fmla="*/ 299787 h 1539715"/>
              <a:gd name="connsiteX1" fmla="*/ 513147 w 1573877"/>
              <a:gd name="connsiteY1" fmla="*/ 10160 h 1539715"/>
              <a:gd name="connsiteX2" fmla="*/ 1179327 w 1573877"/>
              <a:gd name="connsiteY2" fmla="*/ 0 h 1539715"/>
              <a:gd name="connsiteX3" fmla="*/ 1509594 w 1573877"/>
              <a:gd name="connsiteY3" fmla="*/ 259147 h 1539715"/>
              <a:gd name="connsiteX4" fmla="*/ 1560394 w 1573877"/>
              <a:gd name="connsiteY4" fmla="*/ 1265225 h 1539715"/>
              <a:gd name="connsiteX5" fmla="*/ 1528041 w 1573877"/>
              <a:gd name="connsiteY5" fmla="*/ 1409037 h 1539715"/>
              <a:gd name="connsiteX6" fmla="*/ 1219967 w 1573877"/>
              <a:gd name="connsiteY6" fmla="*/ 1412612 h 1539715"/>
              <a:gd name="connsiteX7" fmla="*/ 1131801 w 1573877"/>
              <a:gd name="connsiteY7" fmla="*/ 372717 h 1539715"/>
              <a:gd name="connsiteX8" fmla="*/ 440921 w 1573877"/>
              <a:gd name="connsiteY8" fmla="*/ 372717 h 1539715"/>
              <a:gd name="connsiteX9" fmla="*/ 401387 w 1573877"/>
              <a:gd name="connsiteY9" fmla="*/ 1463412 h 1539715"/>
              <a:gd name="connsiteX10" fmla="*/ 54841 w 1573877"/>
              <a:gd name="connsiteY10" fmla="*/ 1439517 h 1539715"/>
              <a:gd name="connsiteX11" fmla="*/ 0 w 1573877"/>
              <a:gd name="connsiteY11" fmla="*/ 1265225 h 1539715"/>
              <a:gd name="connsiteX12" fmla="*/ 20320 w 1573877"/>
              <a:gd name="connsiteY12" fmla="*/ 299787 h 1539715"/>
              <a:gd name="connsiteX0" fmla="*/ 20320 w 1573877"/>
              <a:gd name="connsiteY0" fmla="*/ 289627 h 1529555"/>
              <a:gd name="connsiteX1" fmla="*/ 513147 w 1573877"/>
              <a:gd name="connsiteY1" fmla="*/ 0 h 1529555"/>
              <a:gd name="connsiteX2" fmla="*/ 1108207 w 1573877"/>
              <a:gd name="connsiteY2" fmla="*/ 0 h 1529555"/>
              <a:gd name="connsiteX3" fmla="*/ 1509594 w 1573877"/>
              <a:gd name="connsiteY3" fmla="*/ 248987 h 1529555"/>
              <a:gd name="connsiteX4" fmla="*/ 1560394 w 1573877"/>
              <a:gd name="connsiteY4" fmla="*/ 1255065 h 1529555"/>
              <a:gd name="connsiteX5" fmla="*/ 1528041 w 1573877"/>
              <a:gd name="connsiteY5" fmla="*/ 1398877 h 1529555"/>
              <a:gd name="connsiteX6" fmla="*/ 1219967 w 1573877"/>
              <a:gd name="connsiteY6" fmla="*/ 1402452 h 1529555"/>
              <a:gd name="connsiteX7" fmla="*/ 1131801 w 1573877"/>
              <a:gd name="connsiteY7" fmla="*/ 362557 h 1529555"/>
              <a:gd name="connsiteX8" fmla="*/ 440921 w 1573877"/>
              <a:gd name="connsiteY8" fmla="*/ 362557 h 1529555"/>
              <a:gd name="connsiteX9" fmla="*/ 401387 w 1573877"/>
              <a:gd name="connsiteY9" fmla="*/ 1453252 h 1529555"/>
              <a:gd name="connsiteX10" fmla="*/ 54841 w 1573877"/>
              <a:gd name="connsiteY10" fmla="*/ 1429357 h 1529555"/>
              <a:gd name="connsiteX11" fmla="*/ 0 w 1573877"/>
              <a:gd name="connsiteY11" fmla="*/ 1255065 h 1529555"/>
              <a:gd name="connsiteX12" fmla="*/ 20320 w 1573877"/>
              <a:gd name="connsiteY12" fmla="*/ 289627 h 152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73877" h="1529555">
                <a:moveTo>
                  <a:pt x="20320" y="289627"/>
                </a:moveTo>
                <a:cubicBezTo>
                  <a:pt x="20320" y="140893"/>
                  <a:pt x="364413" y="0"/>
                  <a:pt x="513147" y="0"/>
                </a:cubicBezTo>
                <a:lnTo>
                  <a:pt x="1108207" y="0"/>
                </a:lnTo>
                <a:cubicBezTo>
                  <a:pt x="1256941" y="0"/>
                  <a:pt x="1509594" y="100253"/>
                  <a:pt x="1509594" y="248987"/>
                </a:cubicBezTo>
                <a:lnTo>
                  <a:pt x="1560394" y="1255065"/>
                </a:lnTo>
                <a:cubicBezTo>
                  <a:pt x="1541455" y="1458567"/>
                  <a:pt x="1620339" y="1343833"/>
                  <a:pt x="1528041" y="1398877"/>
                </a:cubicBezTo>
                <a:cubicBezTo>
                  <a:pt x="1435743" y="1453921"/>
                  <a:pt x="1331727" y="1551465"/>
                  <a:pt x="1219967" y="1402452"/>
                </a:cubicBezTo>
                <a:cubicBezTo>
                  <a:pt x="1057095" y="1282487"/>
                  <a:pt x="1200682" y="544339"/>
                  <a:pt x="1131801" y="362557"/>
                </a:cubicBezTo>
                <a:cubicBezTo>
                  <a:pt x="1062920" y="180775"/>
                  <a:pt x="494923" y="187548"/>
                  <a:pt x="440921" y="362557"/>
                </a:cubicBezTo>
                <a:cubicBezTo>
                  <a:pt x="312596" y="367135"/>
                  <a:pt x="529712" y="1448674"/>
                  <a:pt x="401387" y="1453252"/>
                </a:cubicBezTo>
                <a:cubicBezTo>
                  <a:pt x="298094" y="1610732"/>
                  <a:pt x="138672" y="1484402"/>
                  <a:pt x="54841" y="1429357"/>
                </a:cubicBezTo>
                <a:cubicBezTo>
                  <a:pt x="-28990" y="1374312"/>
                  <a:pt x="15914" y="1460260"/>
                  <a:pt x="0" y="1255065"/>
                </a:cubicBezTo>
                <a:lnTo>
                  <a:pt x="20320" y="289627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57CF9B-4404-4006-CB90-976ED3901C58}"/>
              </a:ext>
            </a:extLst>
          </p:cNvPr>
          <p:cNvCxnSpPr>
            <a:cxnSpLocks/>
          </p:cNvCxnSpPr>
          <p:nvPr/>
        </p:nvCxnSpPr>
        <p:spPr bwMode="gray">
          <a:xfrm flipV="1">
            <a:off x="7258592" y="2086078"/>
            <a:ext cx="410864" cy="15952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3C7909-6618-4F40-9172-921B8B30488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745606" y="2100901"/>
            <a:ext cx="361217" cy="150131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C2C344C6-3E15-0495-4BC2-F9395F523E7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392765">
                <a:off x="7268376" y="2110353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C2C344C6-3E15-0495-4BC2-F9395F523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392765">
                <a:off x="7268376" y="2110353"/>
                <a:ext cx="515053" cy="2006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3">
                <a:extLst>
                  <a:ext uri="{FF2B5EF4-FFF2-40B4-BE49-F238E27FC236}">
                    <a16:creationId xmlns:a16="http://schemas.microsoft.com/office/drawing/2014/main" id="{2344A71C-2CBE-FDF9-CD57-895DB9715E9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241608">
                <a:off x="7654612" y="2135389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 Placeholder 53">
                <a:extLst>
                  <a:ext uri="{FF2B5EF4-FFF2-40B4-BE49-F238E27FC236}">
                    <a16:creationId xmlns:a16="http://schemas.microsoft.com/office/drawing/2014/main" id="{2344A71C-2CBE-FDF9-CD57-895DB9715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241608">
                <a:off x="7654612" y="2135389"/>
                <a:ext cx="515053" cy="2006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173C81-9716-E242-32BA-D67D7F3D087C}"/>
              </a:ext>
            </a:extLst>
          </p:cNvPr>
          <p:cNvCxnSpPr>
            <a:cxnSpLocks/>
          </p:cNvCxnSpPr>
          <p:nvPr/>
        </p:nvCxnSpPr>
        <p:spPr bwMode="gray">
          <a:xfrm flipV="1">
            <a:off x="8334700" y="238252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3459D09B-E01D-855D-F15D-70BE4FD059D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298400" y="237358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3459D09B-E01D-855D-F15D-70BE4FD05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98400" y="2373582"/>
                <a:ext cx="444398" cy="2006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80F32D-99A9-6988-4C6F-578BD6E7C470}"/>
              </a:ext>
            </a:extLst>
          </p:cNvPr>
          <p:cNvCxnSpPr>
            <a:cxnSpLocks/>
          </p:cNvCxnSpPr>
          <p:nvPr/>
        </p:nvCxnSpPr>
        <p:spPr bwMode="gray">
          <a:xfrm flipV="1">
            <a:off x="7212757" y="239742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28FE11BC-9017-EE5A-24D4-4FBC86F1174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0151" y="236672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28FE11BC-9017-EE5A-24D4-4FBC86F11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0151" y="2366722"/>
                <a:ext cx="444398" cy="2006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D39E93-4C4A-5852-2FEB-791ADA092108}"/>
              </a:ext>
            </a:extLst>
          </p:cNvPr>
          <p:cNvCxnSpPr>
            <a:cxnSpLocks/>
          </p:cNvCxnSpPr>
          <p:nvPr/>
        </p:nvCxnSpPr>
        <p:spPr bwMode="gray">
          <a:xfrm flipV="1">
            <a:off x="8388508" y="286209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940030E2-6E35-7CF9-10C7-E45E9FD31E0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352208" y="2853149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940030E2-6E35-7CF9-10C7-E45E9FD3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52208" y="2853149"/>
                <a:ext cx="444398" cy="2006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2F0712-29F4-333F-80F9-69A5C889BBA5}"/>
              </a:ext>
            </a:extLst>
          </p:cNvPr>
          <p:cNvCxnSpPr>
            <a:cxnSpLocks/>
          </p:cNvCxnSpPr>
          <p:nvPr/>
        </p:nvCxnSpPr>
        <p:spPr bwMode="gray">
          <a:xfrm flipV="1">
            <a:off x="7241926" y="286904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3035100D-11AE-6BC2-6157-12495259401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99320" y="283834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3035100D-11AE-6BC2-6157-12495259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99320" y="2838344"/>
                <a:ext cx="444398" cy="2006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70CB76-0680-4B24-C61C-52DC87C1CC43}"/>
              </a:ext>
            </a:extLst>
          </p:cNvPr>
          <p:cNvCxnSpPr>
            <a:cxnSpLocks/>
          </p:cNvCxnSpPr>
          <p:nvPr/>
        </p:nvCxnSpPr>
        <p:spPr bwMode="gray">
          <a:xfrm flipH="1">
            <a:off x="4067944" y="1675182"/>
            <a:ext cx="1061062" cy="4542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F7F5C4-DA88-4052-0F65-C9A1DAECFDE9}"/>
                  </a:ext>
                </a:extLst>
              </p:cNvPr>
              <p:cNvSpPr txBox="1"/>
              <p:nvPr/>
            </p:nvSpPr>
            <p:spPr bwMode="gray">
              <a:xfrm>
                <a:off x="5129006" y="1533063"/>
                <a:ext cx="598276" cy="2842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F7F5C4-DA88-4052-0F65-C9A1DAECF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29006" y="1533063"/>
                <a:ext cx="598276" cy="2842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5B66425-34A1-173D-5CE0-9EB0A5E01109}"/>
              </a:ext>
            </a:extLst>
          </p:cNvPr>
          <p:cNvSpPr/>
          <p:nvPr/>
        </p:nvSpPr>
        <p:spPr bwMode="gray">
          <a:xfrm>
            <a:off x="3922544" y="2085894"/>
            <a:ext cx="144595" cy="25163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767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2" grpId="0" animBg="1"/>
      <p:bldP spid="15" grpId="0"/>
      <p:bldP spid="16" grpId="0" animBg="1"/>
      <p:bldP spid="22" grpId="0"/>
      <p:bldP spid="23" grpId="0"/>
      <p:bldP spid="35" grpId="0"/>
      <p:bldP spid="36" grpId="0"/>
      <p:bldP spid="37" grpId="0"/>
      <p:bldP spid="39" grpId="0"/>
      <p:bldP spid="46" grpId="0" animBg="1"/>
      <p:bldP spid="49" grpId="0" animBg="1"/>
      <p:bldP spid="57" grpId="0"/>
      <p:bldP spid="61" grpId="0"/>
      <p:bldP spid="67" grpId="0"/>
      <p:bldP spid="68" grpId="0"/>
      <p:bldP spid="69" grpId="0" animBg="1"/>
      <p:bldP spid="70" grpId="0"/>
      <p:bldP spid="5" grpId="0" animBg="1"/>
      <p:bldP spid="19" grpId="0"/>
      <p:bldP spid="20" grpId="0"/>
      <p:bldP spid="25" grpId="0"/>
      <p:bldP spid="29" grpId="0"/>
      <p:bldP spid="31" grpId="0"/>
      <p:bldP spid="34" grpId="0"/>
      <p:bldP spid="18" grpId="0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19C9-D02D-B9AF-1012-1E069751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3B7DDF-BE20-3A8E-BCA8-4499F952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Relation of Bayesian Linear Classification to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ED16B5D-93B5-0D25-2CC1-CD98B4CE3235}"/>
                  </a:ext>
                </a:extLst>
              </p:cNvPr>
              <p:cNvSpPr/>
              <p:nvPr/>
            </p:nvSpPr>
            <p:spPr bwMode="gray">
              <a:xfrm>
                <a:off x="6002054" y="235664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ED16B5D-93B5-0D25-2CC1-CD98B4CE32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02054" y="2356647"/>
                <a:ext cx="216000" cy="216000"/>
              </a:xfrm>
              <a:prstGeom prst="ellipse">
                <a:avLst/>
              </a:prstGeom>
              <a:blipFill>
                <a:blip r:embed="rId2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EBCD1A-2775-3A59-747E-F54C511AEEE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 bwMode="gray">
          <a:xfrm>
            <a:off x="6110054" y="2572647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F9B3DEC-1A00-1E44-F031-412E9AB04D93}"/>
                  </a:ext>
                </a:extLst>
              </p:cNvPr>
              <p:cNvSpPr/>
              <p:nvPr/>
            </p:nvSpPr>
            <p:spPr bwMode="gray">
              <a:xfrm>
                <a:off x="6566794" y="32521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F9B3DEC-1A00-1E44-F031-412E9AB04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66794" y="3252124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9CC7028-99FC-24C0-B35E-BD552D155E51}"/>
              </a:ext>
            </a:extLst>
          </p:cNvPr>
          <p:cNvSpPr/>
          <p:nvPr/>
        </p:nvSpPr>
        <p:spPr bwMode="gray">
          <a:xfrm>
            <a:off x="6611795" y="27838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903197-EBAD-E344-9B23-9407B6A20119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6674794" y="2909848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1A98322-2D3E-2382-CEA1-78F425D5727F}"/>
              </a:ext>
            </a:extLst>
          </p:cNvPr>
          <p:cNvSpPr/>
          <p:nvPr/>
        </p:nvSpPr>
        <p:spPr bwMode="gray">
          <a:xfrm>
            <a:off x="6047054" y="191428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665064-F3D4-A399-3DDD-C0B9143DC3DD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6110054" y="2040279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E9923C-6711-7F4A-0920-AA89D0D9DD37}"/>
                  </a:ext>
                </a:extLst>
              </p:cNvPr>
              <p:cNvSpPr txBox="1"/>
              <p:nvPr/>
            </p:nvSpPr>
            <p:spPr bwMode="gray">
              <a:xfrm>
                <a:off x="5703810" y="1705509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E9923C-6711-7F4A-0920-AA89D0D9D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03810" y="1705509"/>
                <a:ext cx="812485" cy="216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0B8D4B9-8221-439C-858E-CF4F7AFB22D1}"/>
              </a:ext>
            </a:extLst>
          </p:cNvPr>
          <p:cNvSpPr/>
          <p:nvPr/>
        </p:nvSpPr>
        <p:spPr bwMode="gray">
          <a:xfrm>
            <a:off x="6611201" y="3658379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EABBD8-B6D2-43D2-CA6A-67354A9ABD8A}"/>
              </a:ext>
            </a:extLst>
          </p:cNvPr>
          <p:cNvCxnSpPr>
            <a:cxnSpLocks/>
            <a:stCxn id="16" idx="0"/>
            <a:endCxn id="7" idx="4"/>
          </p:cNvCxnSpPr>
          <p:nvPr/>
        </p:nvCxnSpPr>
        <p:spPr bwMode="gray">
          <a:xfrm flipV="1">
            <a:off x="6674201" y="3468124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9D36C3-ADB2-9E2D-0006-6E1331CFB2C1}"/>
                  </a:ext>
                </a:extLst>
              </p:cNvPr>
              <p:cNvSpPr txBox="1"/>
              <p:nvPr/>
            </p:nvSpPr>
            <p:spPr bwMode="gray">
              <a:xfrm>
                <a:off x="6567827" y="3719953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9D36C3-ADB2-9E2D-0006-6E1331CF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67827" y="3719953"/>
                <a:ext cx="812485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8ABF6B-7091-5205-BA08-360656D2592B}"/>
                  </a:ext>
                </a:extLst>
              </p:cNvPr>
              <p:cNvSpPr txBox="1"/>
              <p:nvPr/>
            </p:nvSpPr>
            <p:spPr bwMode="gray">
              <a:xfrm>
                <a:off x="6695679" y="2745762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8ABF6B-7091-5205-BA08-360656D25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95679" y="2745762"/>
                <a:ext cx="972665" cy="1965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B32426-8F71-2814-E900-1419187C3CB3}"/>
              </a:ext>
            </a:extLst>
          </p:cNvPr>
          <p:cNvCxnSpPr>
            <a:cxnSpLocks/>
          </p:cNvCxnSpPr>
          <p:nvPr/>
        </p:nvCxnSpPr>
        <p:spPr bwMode="gray">
          <a:xfrm flipV="1">
            <a:off x="6564836" y="342908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8DA3EE-9197-A17A-1C31-B910B9FB0209}"/>
              </a:ext>
            </a:extLst>
          </p:cNvPr>
          <p:cNvCxnSpPr>
            <a:cxnSpLocks/>
          </p:cNvCxnSpPr>
          <p:nvPr/>
        </p:nvCxnSpPr>
        <p:spPr bwMode="gray">
          <a:xfrm flipV="1">
            <a:off x="6564325" y="296319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AB02E6-CA4D-DB7A-9A27-323F4313243F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258998" y="2522984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44DC22-1EAE-7886-E5B4-F80BB956E574}"/>
              </a:ext>
            </a:extLst>
          </p:cNvPr>
          <p:cNvCxnSpPr>
            <a:cxnSpLocks/>
          </p:cNvCxnSpPr>
          <p:nvPr/>
        </p:nvCxnSpPr>
        <p:spPr bwMode="gray">
          <a:xfrm>
            <a:off x="6002054" y="2043659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7B380C71-428A-ACF6-8B0D-002CD177D04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062738" y="346812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7B380C71-428A-ACF6-8B0D-002CD177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62738" y="3468124"/>
                <a:ext cx="444398" cy="200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C5341639-037F-9013-B3BD-0436C24EE6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050388" y="297177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C5341639-037F-9013-B3BD-0436C24EE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50388" y="2971772"/>
                <a:ext cx="444398" cy="200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E7333981-2082-C5F7-EA60-E89E7F00F93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423992" y="2046817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E7333981-2082-C5F7-EA60-E89E7F00F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23992" y="2046817"/>
                <a:ext cx="515053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CC6669E7-AA67-59A5-6F34-B42EDDCEE78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12893" y="2423809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CC6669E7-AA67-59A5-6F34-B42EDDCE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12893" y="2423809"/>
                <a:ext cx="515053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5AF3EEB-87B1-CABA-BA2F-2B02E8614E08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 flipH="1">
            <a:off x="5531910" y="2572647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A64E6F9-553B-30EC-CDBF-388555C701FA}"/>
                  </a:ext>
                </a:extLst>
              </p:cNvPr>
              <p:cNvSpPr/>
              <p:nvPr/>
            </p:nvSpPr>
            <p:spPr bwMode="gray">
              <a:xfrm>
                <a:off x="5423909" y="32521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A64E6F9-553B-30EC-CDBF-388555C70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23909" y="325212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21BC53A0-CA06-CA47-EB25-7913AB160A17}"/>
              </a:ext>
            </a:extLst>
          </p:cNvPr>
          <p:cNvSpPr/>
          <p:nvPr/>
        </p:nvSpPr>
        <p:spPr bwMode="gray">
          <a:xfrm>
            <a:off x="5468910" y="27838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F12D0D4-084A-A7E1-6381-57B4A73F5251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5531909" y="2909848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40FA8A1-C617-15C2-0442-D3F1215945A9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V="1">
            <a:off x="5530607" y="3468124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7D66108-B4CC-558F-39FA-B1F4CA234339}"/>
                  </a:ext>
                </a:extLst>
              </p:cNvPr>
              <p:cNvSpPr txBox="1"/>
              <p:nvPr/>
            </p:nvSpPr>
            <p:spPr bwMode="gray">
              <a:xfrm>
                <a:off x="4572000" y="2733356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7D66108-B4CC-558F-39FA-B1F4CA23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2733356"/>
                <a:ext cx="972665" cy="1965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B45BD68-270B-981C-E378-EC39F21987C2}"/>
              </a:ext>
            </a:extLst>
          </p:cNvPr>
          <p:cNvCxnSpPr>
            <a:cxnSpLocks/>
          </p:cNvCxnSpPr>
          <p:nvPr/>
        </p:nvCxnSpPr>
        <p:spPr bwMode="gray">
          <a:xfrm flipV="1">
            <a:off x="5421951" y="342908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8969BB5-5FD2-2D89-107F-8AB8F291B809}"/>
              </a:ext>
            </a:extLst>
          </p:cNvPr>
          <p:cNvCxnSpPr>
            <a:cxnSpLocks/>
          </p:cNvCxnSpPr>
          <p:nvPr/>
        </p:nvCxnSpPr>
        <p:spPr bwMode="gray">
          <a:xfrm flipV="1">
            <a:off x="5421440" y="296319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E88C9D-F83C-5558-69FD-7F57039B332D}"/>
              </a:ext>
            </a:extLst>
          </p:cNvPr>
          <p:cNvCxnSpPr>
            <a:cxnSpLocks/>
          </p:cNvCxnSpPr>
          <p:nvPr/>
        </p:nvCxnSpPr>
        <p:spPr bwMode="gray">
          <a:xfrm flipV="1">
            <a:off x="5438141" y="2529769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96A0FB87-AFDB-278D-8AB3-03F0A64D21E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268896" y="2439145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96A0FB87-AFDB-278D-8AB3-03F0A64D2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68896" y="2439145"/>
                <a:ext cx="515053" cy="2006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6795C653-AFA3-BCA5-B1D0-52754939AFF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872382" y="346812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6795C653-AFA3-BCA5-B1D0-52754939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72382" y="3468124"/>
                <a:ext cx="444398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D014EB6B-0851-BCE9-81E3-24D62ED77BE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860032" y="297177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D014EB6B-0851-BCE9-81E3-24D62ED77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60032" y="2971772"/>
                <a:ext cx="444398" cy="2006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62A83B55-077A-ACD5-3CEF-2B1BC6B04BBA}"/>
              </a:ext>
            </a:extLst>
          </p:cNvPr>
          <p:cNvSpPr/>
          <p:nvPr/>
        </p:nvSpPr>
        <p:spPr bwMode="gray">
          <a:xfrm>
            <a:off x="5467607" y="3658379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4AF30C5-C644-DB68-293A-2AA088DE228C}"/>
                  </a:ext>
                </a:extLst>
              </p:cNvPr>
              <p:cNvSpPr txBox="1"/>
              <p:nvPr/>
            </p:nvSpPr>
            <p:spPr bwMode="gray">
              <a:xfrm>
                <a:off x="5436096" y="3719953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4AF30C5-C644-DB68-293A-2AA088DE2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6096" y="3719953"/>
                <a:ext cx="812485" cy="2154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D951A60-F7FF-088B-3123-4B40D902AD05}"/>
                  </a:ext>
                </a:extLst>
              </p:cNvPr>
              <p:cNvSpPr/>
              <p:nvPr/>
            </p:nvSpPr>
            <p:spPr bwMode="gray">
              <a:xfrm>
                <a:off x="1936178" y="235664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D951A60-F7FF-088B-3123-4B40D902AD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36178" y="2356647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68A729-9346-3DC2-F059-FC348E59EB32}"/>
              </a:ext>
            </a:extLst>
          </p:cNvPr>
          <p:cNvCxnSpPr>
            <a:cxnSpLocks/>
            <a:stCxn id="41" idx="4"/>
            <a:endCxn id="44" idx="0"/>
          </p:cNvCxnSpPr>
          <p:nvPr/>
        </p:nvCxnSpPr>
        <p:spPr bwMode="gray">
          <a:xfrm>
            <a:off x="2044178" y="2572647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AB4137F-F43A-FD51-9B84-902A4DAF0978}"/>
                  </a:ext>
                </a:extLst>
              </p:cNvPr>
              <p:cNvSpPr/>
              <p:nvPr/>
            </p:nvSpPr>
            <p:spPr bwMode="gray">
              <a:xfrm>
                <a:off x="2500918" y="32521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AB4137F-F43A-FD51-9B84-902A4DAF0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00918" y="3252124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2C66710B-6D0E-8BD6-F788-A5861042B27F}"/>
              </a:ext>
            </a:extLst>
          </p:cNvPr>
          <p:cNvSpPr/>
          <p:nvPr/>
        </p:nvSpPr>
        <p:spPr bwMode="gray">
          <a:xfrm>
            <a:off x="2545919" y="27838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6A1A2DE-7681-E499-A241-71CB81DCECA1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 bwMode="gray">
          <a:xfrm flipH="1">
            <a:off x="2608918" y="2909848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D35E9A5-2CA4-B86E-CF65-20F6BF7A26BA}"/>
              </a:ext>
            </a:extLst>
          </p:cNvPr>
          <p:cNvSpPr/>
          <p:nvPr/>
        </p:nvSpPr>
        <p:spPr bwMode="gray">
          <a:xfrm>
            <a:off x="1981178" y="191428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13D9939-CC6A-DFAF-2331-13762FE2FD04}"/>
              </a:ext>
            </a:extLst>
          </p:cNvPr>
          <p:cNvCxnSpPr>
            <a:cxnSpLocks/>
            <a:stCxn id="48" idx="2"/>
            <a:endCxn id="41" idx="0"/>
          </p:cNvCxnSpPr>
          <p:nvPr/>
        </p:nvCxnSpPr>
        <p:spPr bwMode="gray">
          <a:xfrm>
            <a:off x="2044178" y="2040279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0829AA-2815-2423-941B-AFF6F0A8C59F}"/>
                  </a:ext>
                </a:extLst>
              </p:cNvPr>
              <p:cNvSpPr txBox="1"/>
              <p:nvPr/>
            </p:nvSpPr>
            <p:spPr bwMode="gray">
              <a:xfrm>
                <a:off x="1637934" y="1705509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0829AA-2815-2423-941B-AFF6F0A8C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37934" y="1705509"/>
                <a:ext cx="812485" cy="2168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DC2D8139-955C-237C-D218-4E22B64C76A9}"/>
              </a:ext>
            </a:extLst>
          </p:cNvPr>
          <p:cNvSpPr/>
          <p:nvPr/>
        </p:nvSpPr>
        <p:spPr bwMode="gray">
          <a:xfrm>
            <a:off x="2545325" y="365837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0F32D8-4DC5-6AEC-035D-60651195BE82}"/>
              </a:ext>
            </a:extLst>
          </p:cNvPr>
          <p:cNvCxnSpPr>
            <a:cxnSpLocks/>
            <a:stCxn id="53" idx="0"/>
            <a:endCxn id="43" idx="4"/>
          </p:cNvCxnSpPr>
          <p:nvPr/>
        </p:nvCxnSpPr>
        <p:spPr bwMode="gray">
          <a:xfrm flipV="1">
            <a:off x="2608325" y="3468124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95AAAB2-8220-A9AC-DEE1-319992F0865B}"/>
                  </a:ext>
                </a:extLst>
              </p:cNvPr>
              <p:cNvSpPr txBox="1"/>
              <p:nvPr/>
            </p:nvSpPr>
            <p:spPr bwMode="gray">
              <a:xfrm>
                <a:off x="2193601" y="3806491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95AAAB2-8220-A9AC-DEE1-319992F08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3601" y="3806491"/>
                <a:ext cx="812485" cy="215444"/>
              </a:xfrm>
              <a:prstGeom prst="rect">
                <a:avLst/>
              </a:prstGeom>
              <a:blipFill>
                <a:blip r:embed="rId2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FDCD2E3-D98B-DA52-144E-5FBF79D1CF2D}"/>
                  </a:ext>
                </a:extLst>
              </p:cNvPr>
              <p:cNvSpPr txBox="1"/>
              <p:nvPr/>
            </p:nvSpPr>
            <p:spPr bwMode="gray">
              <a:xfrm>
                <a:off x="2532535" y="2745762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FDCD2E3-D98B-DA52-144E-5FBF79D1C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32535" y="2745762"/>
                <a:ext cx="972665" cy="23051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B5108DA-82F7-9C03-3E49-657D91E0D996}"/>
              </a:ext>
            </a:extLst>
          </p:cNvPr>
          <p:cNvCxnSpPr>
            <a:cxnSpLocks/>
          </p:cNvCxnSpPr>
          <p:nvPr/>
        </p:nvCxnSpPr>
        <p:spPr bwMode="gray">
          <a:xfrm flipV="1">
            <a:off x="2498960" y="342908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637A444-D691-3868-7BD6-3AC5EA9FF85D}"/>
              </a:ext>
            </a:extLst>
          </p:cNvPr>
          <p:cNvCxnSpPr>
            <a:cxnSpLocks/>
          </p:cNvCxnSpPr>
          <p:nvPr/>
        </p:nvCxnSpPr>
        <p:spPr bwMode="gray">
          <a:xfrm flipV="1">
            <a:off x="2498449" y="296319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D851787-1752-8245-2BF1-AB600B37B9BF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193122" y="2522984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7234D0-4B33-3C43-CFE8-8F8F07E02428}"/>
              </a:ext>
            </a:extLst>
          </p:cNvPr>
          <p:cNvCxnSpPr>
            <a:cxnSpLocks/>
          </p:cNvCxnSpPr>
          <p:nvPr/>
        </p:nvCxnSpPr>
        <p:spPr bwMode="gray">
          <a:xfrm>
            <a:off x="1936178" y="2043659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 Placeholder 53">
                <a:extLst>
                  <a:ext uri="{FF2B5EF4-FFF2-40B4-BE49-F238E27FC236}">
                    <a16:creationId xmlns:a16="http://schemas.microsoft.com/office/drawing/2014/main" id="{E9EFEF75-123D-39DE-CF2C-197420E26DD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996862" y="346812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1" name="Text Placeholder 53">
                <a:extLst>
                  <a:ext uri="{FF2B5EF4-FFF2-40B4-BE49-F238E27FC236}">
                    <a16:creationId xmlns:a16="http://schemas.microsoft.com/office/drawing/2014/main" id="{E9EFEF75-123D-39DE-CF2C-197420E26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96862" y="3468124"/>
                <a:ext cx="444398" cy="2006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D9B9122A-C023-FF13-AABE-9827BC502FB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984512" y="297177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D9B9122A-C023-FF13-AABE-9827BC502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84512" y="2971772"/>
                <a:ext cx="444398" cy="2006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326E72CF-85A5-EADF-D063-48590EDD73BE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358116" y="2046817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326E72CF-85A5-EADF-D063-48590EDD7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58116" y="2046817"/>
                <a:ext cx="515053" cy="20068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CC2EF063-7944-93AA-0BA5-BF1E4BA3D31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2347017" y="2423809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CC2EF063-7944-93AA-0BA5-BF1E4BA3D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47017" y="2423809"/>
                <a:ext cx="515053" cy="2006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010A133-4A14-DCA8-9BB6-1ED5B65C4780}"/>
              </a:ext>
            </a:extLst>
          </p:cNvPr>
          <p:cNvCxnSpPr>
            <a:cxnSpLocks/>
            <a:stCxn id="41" idx="4"/>
            <a:endCxn id="77" idx="0"/>
          </p:cNvCxnSpPr>
          <p:nvPr/>
        </p:nvCxnSpPr>
        <p:spPr bwMode="gray">
          <a:xfrm flipH="1">
            <a:off x="1466034" y="2572647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63D17C9-4DB2-ADFC-743B-8EE1C8569C9A}"/>
                  </a:ext>
                </a:extLst>
              </p:cNvPr>
              <p:cNvSpPr/>
              <p:nvPr/>
            </p:nvSpPr>
            <p:spPr bwMode="gray">
              <a:xfrm>
                <a:off x="1358033" y="32521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63D17C9-4DB2-ADFC-743B-8EE1C8569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58033" y="3252124"/>
                <a:ext cx="216000" cy="216000"/>
              </a:xfrm>
              <a:prstGeom prst="ellipse">
                <a:avLst/>
              </a:prstGeom>
              <a:blipFill>
                <a:blip r:embed="rId2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868A54B9-B0FE-42BA-EF7F-044B23B6FF65}"/>
              </a:ext>
            </a:extLst>
          </p:cNvPr>
          <p:cNvSpPr/>
          <p:nvPr/>
        </p:nvSpPr>
        <p:spPr bwMode="gray">
          <a:xfrm>
            <a:off x="1403034" y="27838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15F1CE-2CF7-7C98-5A4A-0C79F40BF0B4}"/>
              </a:ext>
            </a:extLst>
          </p:cNvPr>
          <p:cNvCxnSpPr>
            <a:cxnSpLocks/>
            <a:stCxn id="77" idx="2"/>
            <a:endCxn id="76" idx="0"/>
          </p:cNvCxnSpPr>
          <p:nvPr/>
        </p:nvCxnSpPr>
        <p:spPr bwMode="gray">
          <a:xfrm flipH="1">
            <a:off x="1466033" y="2909848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8F08E3C-B021-07A5-602B-906E9C8B9799}"/>
              </a:ext>
            </a:extLst>
          </p:cNvPr>
          <p:cNvCxnSpPr>
            <a:cxnSpLocks/>
            <a:stCxn id="87" idx="0"/>
            <a:endCxn id="76" idx="4"/>
          </p:cNvCxnSpPr>
          <p:nvPr/>
        </p:nvCxnSpPr>
        <p:spPr bwMode="gray">
          <a:xfrm flipV="1">
            <a:off x="1464731" y="3468124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84810EE-0E40-C517-F1A1-1AF37A42A445}"/>
                  </a:ext>
                </a:extLst>
              </p:cNvPr>
              <p:cNvSpPr txBox="1"/>
              <p:nvPr/>
            </p:nvSpPr>
            <p:spPr bwMode="gray">
              <a:xfrm>
                <a:off x="1385741" y="2733541"/>
                <a:ext cx="972665" cy="230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84810EE-0E40-C517-F1A1-1AF37A42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85741" y="2733541"/>
                <a:ext cx="972665" cy="23051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C655A9D-5CF8-2C49-9BD9-610240064C43}"/>
              </a:ext>
            </a:extLst>
          </p:cNvPr>
          <p:cNvCxnSpPr>
            <a:cxnSpLocks/>
          </p:cNvCxnSpPr>
          <p:nvPr/>
        </p:nvCxnSpPr>
        <p:spPr bwMode="gray">
          <a:xfrm flipV="1">
            <a:off x="1356075" y="342908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D118F07-A220-FB76-C900-56D0F63A3B17}"/>
              </a:ext>
            </a:extLst>
          </p:cNvPr>
          <p:cNvCxnSpPr>
            <a:cxnSpLocks/>
          </p:cNvCxnSpPr>
          <p:nvPr/>
        </p:nvCxnSpPr>
        <p:spPr bwMode="gray">
          <a:xfrm flipV="1">
            <a:off x="1355564" y="296319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9A42CC4-EC9F-6270-84D8-1AEFD7619EC6}"/>
              </a:ext>
            </a:extLst>
          </p:cNvPr>
          <p:cNvCxnSpPr>
            <a:cxnSpLocks/>
          </p:cNvCxnSpPr>
          <p:nvPr/>
        </p:nvCxnSpPr>
        <p:spPr bwMode="gray">
          <a:xfrm flipV="1">
            <a:off x="1372265" y="2529769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Placeholder 53">
                <a:extLst>
                  <a:ext uri="{FF2B5EF4-FFF2-40B4-BE49-F238E27FC236}">
                    <a16:creationId xmlns:a16="http://schemas.microsoft.com/office/drawing/2014/main" id="{04D37C6A-407F-94D6-7958-18525A74B98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203020" y="2439145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 Placeholder 53">
                <a:extLst>
                  <a:ext uri="{FF2B5EF4-FFF2-40B4-BE49-F238E27FC236}">
                    <a16:creationId xmlns:a16="http://schemas.microsoft.com/office/drawing/2014/main" id="{04D37C6A-407F-94D6-7958-18525A74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03020" y="2439145"/>
                <a:ext cx="515053" cy="20068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3352B7-7061-6194-F63B-15F24FC8C94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06506" y="346812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3352B7-7061-6194-F63B-15F24FC8C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6506" y="3468124"/>
                <a:ext cx="444398" cy="2006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348BD9EB-F504-D04B-6F1E-BFBB7545567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94156" y="297177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348BD9EB-F504-D04B-6F1E-BFBB75455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4156" y="2971772"/>
                <a:ext cx="444398" cy="20068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 86">
            <a:extLst>
              <a:ext uri="{FF2B5EF4-FFF2-40B4-BE49-F238E27FC236}">
                <a16:creationId xmlns:a16="http://schemas.microsoft.com/office/drawing/2014/main" id="{16D792ED-7412-F505-C206-8E92E8E84C46}"/>
              </a:ext>
            </a:extLst>
          </p:cNvPr>
          <p:cNvSpPr/>
          <p:nvPr/>
        </p:nvSpPr>
        <p:spPr bwMode="gray">
          <a:xfrm>
            <a:off x="1401731" y="365837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F43D9B-261B-BA12-FC54-A5BADB946295}"/>
                  </a:ext>
                </a:extLst>
              </p:cNvPr>
              <p:cNvSpPr txBox="1"/>
              <p:nvPr/>
            </p:nvSpPr>
            <p:spPr bwMode="gray">
              <a:xfrm>
                <a:off x="1061870" y="3806491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F43D9B-261B-BA12-FC54-A5BADB946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61870" y="3806491"/>
                <a:ext cx="812485" cy="215444"/>
              </a:xfrm>
              <a:prstGeom prst="rect">
                <a:avLst/>
              </a:prstGeom>
              <a:blipFill>
                <a:blip r:embed="rId3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52255621-8449-41A7-2584-2C8B68286CB6}"/>
              </a:ext>
            </a:extLst>
          </p:cNvPr>
          <p:cNvSpPr txBox="1"/>
          <p:nvPr/>
        </p:nvSpPr>
        <p:spPr bwMode="gray">
          <a:xfrm>
            <a:off x="1061870" y="1203598"/>
            <a:ext cx="1944216" cy="35948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/>
              <a:t>Linear Regression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619615-4160-EF7D-5CE6-2A31FDBE5C71}"/>
              </a:ext>
            </a:extLst>
          </p:cNvPr>
          <p:cNvSpPr txBox="1"/>
          <p:nvPr/>
        </p:nvSpPr>
        <p:spPr bwMode="gray">
          <a:xfrm>
            <a:off x="5137944" y="1203884"/>
            <a:ext cx="1944216" cy="35948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/>
              <a:t>Linear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DB894D2-E7F6-22C0-0CDE-82541C38DB76}"/>
                  </a:ext>
                </a:extLst>
              </p:cNvPr>
              <p:cNvSpPr txBox="1"/>
              <p:nvPr/>
            </p:nvSpPr>
            <p:spPr bwMode="gray">
              <a:xfrm>
                <a:off x="2712577" y="1904103"/>
                <a:ext cx="2667576" cy="4525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DB894D2-E7F6-22C0-0CDE-82541C38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2577" y="1904103"/>
                <a:ext cx="2667576" cy="45254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A9AD672-57D1-9CD9-0EE2-E2B735477217}"/>
                  </a:ext>
                </a:extLst>
              </p:cNvPr>
              <p:cNvSpPr txBox="1"/>
              <p:nvPr/>
            </p:nvSpPr>
            <p:spPr bwMode="gray">
              <a:xfrm>
                <a:off x="467544" y="4046485"/>
                <a:ext cx="2937268" cy="4525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A9AD672-57D1-9CD9-0EE2-E2B735477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544" y="4046485"/>
                <a:ext cx="2937268" cy="4525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A0A4CDF-D4FF-A3F4-CE17-07CBCD2EEB6A}"/>
                  </a:ext>
                </a:extLst>
              </p:cNvPr>
              <p:cNvSpPr txBox="1"/>
              <p:nvPr/>
            </p:nvSpPr>
            <p:spPr bwMode="gray">
              <a:xfrm>
                <a:off x="4641418" y="4039901"/>
                <a:ext cx="2937268" cy="4525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1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1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A0A4CDF-D4FF-A3F4-CE17-07CBCD2EE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41418" y="4039901"/>
                <a:ext cx="2937268" cy="45254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892C836A-BCB9-C97F-7E1F-32498F737B0E}"/>
              </a:ext>
            </a:extLst>
          </p:cNvPr>
          <p:cNvSpPr/>
          <p:nvPr/>
        </p:nvSpPr>
        <p:spPr bwMode="gray">
          <a:xfrm>
            <a:off x="5424255" y="4119565"/>
            <a:ext cx="2028065" cy="31641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5365C3-795C-BBCB-969C-876423A7447B}"/>
              </a:ext>
            </a:extLst>
          </p:cNvPr>
          <p:cNvCxnSpPr>
            <a:cxnSpLocks/>
            <a:stCxn id="105" idx="3"/>
            <a:endCxn id="103" idx="1"/>
          </p:cNvCxnSpPr>
          <p:nvPr/>
        </p:nvCxnSpPr>
        <p:spPr bwMode="gray">
          <a:xfrm flipV="1">
            <a:off x="5117354" y="4277772"/>
            <a:ext cx="306901" cy="5157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0BA45B0-B038-821B-3FF3-583D864ED6B1}"/>
                  </a:ext>
                </a:extLst>
              </p:cNvPr>
              <p:cNvSpPr txBox="1"/>
              <p:nvPr/>
            </p:nvSpPr>
            <p:spPr bwMode="gray">
              <a:xfrm>
                <a:off x="2975376" y="4522905"/>
                <a:ext cx="2141978" cy="54131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dirty="0">
                    <a:solidFill>
                      <a:srgbClr val="C00000"/>
                    </a:solidFill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 are effectively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200" dirty="0">
                    <a:solidFill>
                      <a:srgbClr val="C00000"/>
                    </a:solidFill>
                  </a:rPr>
                  <a:t>precision-mean and precision of the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0BA45B0-B038-821B-3FF3-583D864E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75376" y="4522905"/>
                <a:ext cx="2141978" cy="541317"/>
              </a:xfrm>
              <a:prstGeom prst="rect">
                <a:avLst/>
              </a:prstGeom>
              <a:blipFill>
                <a:blip r:embed="rId35"/>
                <a:stretch>
                  <a:fillRect l="-41420" r="-4142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7133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0"/>
                            </p:stCondLst>
                            <p:childTnLst>
                              <p:par>
                                <p:cTn id="1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2" grpId="0" animBg="1"/>
      <p:bldP spid="15" grpId="0"/>
      <p:bldP spid="16" grpId="0" animBg="1"/>
      <p:bldP spid="22" grpId="0"/>
      <p:bldP spid="23" grpId="0"/>
      <p:bldP spid="35" grpId="0"/>
      <p:bldP spid="36" grpId="0"/>
      <p:bldP spid="37" grpId="0"/>
      <p:bldP spid="39" grpId="0"/>
      <p:bldP spid="46" grpId="0" animBg="1"/>
      <p:bldP spid="49" grpId="0" animBg="1"/>
      <p:bldP spid="57" grpId="0"/>
      <p:bldP spid="61" grpId="0"/>
      <p:bldP spid="67" grpId="0"/>
      <p:bldP spid="68" grpId="0"/>
      <p:bldP spid="69" grpId="0" animBg="1"/>
      <p:bldP spid="70" grpId="0"/>
      <p:bldP spid="41" grpId="0" animBg="1"/>
      <p:bldP spid="43" grpId="0" animBg="1"/>
      <p:bldP spid="44" grpId="0" animBg="1"/>
      <p:bldP spid="48" grpId="0" animBg="1"/>
      <p:bldP spid="52" grpId="0"/>
      <p:bldP spid="53" grpId="0" animBg="1"/>
      <p:bldP spid="56" grpId="0"/>
      <p:bldP spid="62" grpId="0"/>
      <p:bldP spid="71" grpId="0"/>
      <p:bldP spid="72" grpId="0"/>
      <p:bldP spid="73" grpId="0"/>
      <p:bldP spid="74" grpId="0"/>
      <p:bldP spid="76" grpId="0" animBg="1"/>
      <p:bldP spid="77" grpId="0" animBg="1"/>
      <p:bldP spid="80" grpId="0"/>
      <p:bldP spid="84" grpId="0"/>
      <p:bldP spid="85" grpId="0"/>
      <p:bldP spid="86" grpId="0"/>
      <p:bldP spid="87" grpId="0" animBg="1"/>
      <p:bldP spid="88" grpId="0"/>
      <p:bldP spid="89" grpId="0"/>
      <p:bldP spid="90" grpId="0"/>
      <p:bldP spid="91" grpId="0"/>
      <p:bldP spid="92" grpId="0"/>
      <p:bldP spid="93" grpId="0"/>
      <p:bldP spid="103" grpId="0" animBg="1"/>
      <p:bldP spid="1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FA303E0-4298-7615-E7EB-1E63C70CE44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95536" y="1239837"/>
                <a:ext cx="6877051" cy="3563938"/>
              </a:xfrm>
            </p:spPr>
            <p:txBody>
              <a:bodyPr/>
              <a:lstStyle/>
              <a:p>
                <a:r>
                  <a:rPr lang="en-US" b="1" dirty="0"/>
                  <a:t>Naïve Inverse</a:t>
                </a:r>
                <a:r>
                  <a:rPr lang="en-US" dirty="0"/>
                  <a:t>: For any invertible matrix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we can use the Cholesky decomposition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/>
                  <a:t> and solve </a:t>
                </a:r>
                <a:endParaRPr lang="en-US" b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\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\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  <a:p>
                <a:pPr marL="268287" lvl="1" indent="0">
                  <a:buNone/>
                </a:pPr>
                <a:r>
                  <a:rPr lang="en-US" dirty="0"/>
                  <a:t>to compute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column of 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Rank-1 Update</a:t>
                </a:r>
                <a:r>
                  <a:rPr lang="en-US" dirty="0"/>
                  <a:t>: Given two vectors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a rank-1 update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Problem</a:t>
                </a:r>
                <a:r>
                  <a:rPr lang="en-US" sz="1200" dirty="0"/>
                  <a:t>: Is there a computationally efficient way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  <m:sSup>
                              <m:sSup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200" dirty="0"/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200" dirty="0"/>
                  <a:t>?</a:t>
                </a:r>
              </a:p>
              <a:p>
                <a:pPr lvl="1"/>
                <a:r>
                  <a:rPr lang="en-US" sz="1200" b="1" dirty="0"/>
                  <a:t>Why?</a:t>
                </a:r>
                <a:r>
                  <a:rPr lang="en-US" sz="1200" dirty="0"/>
                  <a:t> Because there are only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additional parameters rather than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!</a:t>
                </a:r>
              </a:p>
              <a:p>
                <a:r>
                  <a:rPr lang="en-US" b="1" dirty="0"/>
                  <a:t>Sherman-Morrison Formula</a:t>
                </a:r>
                <a:r>
                  <a:rPr lang="en-US" dirty="0"/>
                  <a:t>: For any invertible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it holds that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Proof: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FA303E0-4298-7615-E7EB-1E63C70CE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95536" y="1239837"/>
                <a:ext cx="6877051" cy="3563938"/>
              </a:xfrm>
              <a:blipFill>
                <a:blip r:embed="rId3"/>
                <a:stretch>
                  <a:fillRect t="-355" b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E0BD02-C048-9819-1989-70F68D63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Inverse of a Rank-1 Update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2A854E-867D-AB38-8106-2795DF886B42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 bwMode="gray">
          <a:xfrm flipH="1" flipV="1">
            <a:off x="5144900" y="4106814"/>
            <a:ext cx="515377" cy="2885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AD09F2-2177-6F70-4749-34BE56133CD4}"/>
                  </a:ext>
                </a:extLst>
              </p:cNvPr>
              <p:cNvSpPr txBox="1"/>
              <p:nvPr/>
            </p:nvSpPr>
            <p:spPr bwMode="gray">
              <a:xfrm>
                <a:off x="5660277" y="4229276"/>
                <a:ext cx="613788" cy="332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AD09F2-2177-6F70-4749-34BE56133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60277" y="4229276"/>
                <a:ext cx="613788" cy="3322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41A2EA5-13A4-63DB-FF3F-EEA3EB083E61}"/>
              </a:ext>
            </a:extLst>
          </p:cNvPr>
          <p:cNvSpPr/>
          <p:nvPr/>
        </p:nvSpPr>
        <p:spPr bwMode="gray">
          <a:xfrm>
            <a:off x="4531113" y="4011910"/>
            <a:ext cx="613787" cy="18980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33D960-66C2-EB3D-7F68-78F1E882921F}"/>
              </a:ext>
            </a:extLst>
          </p:cNvPr>
          <p:cNvCxnSpPr>
            <a:cxnSpLocks/>
            <a:stCxn id="40" idx="1"/>
            <a:endCxn id="41" idx="3"/>
          </p:cNvCxnSpPr>
          <p:nvPr/>
        </p:nvCxnSpPr>
        <p:spPr bwMode="gray">
          <a:xfrm flipH="1">
            <a:off x="4499992" y="1851670"/>
            <a:ext cx="1154988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F1471F-B0A4-48A6-850F-C1213A9E82C3}"/>
                  </a:ext>
                </a:extLst>
              </p:cNvPr>
              <p:cNvSpPr txBox="1"/>
              <p:nvPr/>
            </p:nvSpPr>
            <p:spPr bwMode="gray">
              <a:xfrm>
                <a:off x="5654980" y="1685541"/>
                <a:ext cx="1797340" cy="332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DE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F1471F-B0A4-48A6-850F-C1213A9E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54980" y="1685541"/>
                <a:ext cx="1797340" cy="332258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D6FFE60-B2C1-8145-9E33-1916C91919D0}"/>
              </a:ext>
            </a:extLst>
          </p:cNvPr>
          <p:cNvSpPr/>
          <p:nvPr/>
        </p:nvSpPr>
        <p:spPr bwMode="gray">
          <a:xfrm>
            <a:off x="3208411" y="1707654"/>
            <a:ext cx="1291581" cy="28803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7EDA986-2B26-1508-2958-BAE7E08C0582}"/>
              </a:ext>
            </a:extLst>
          </p:cNvPr>
          <p:cNvCxnSpPr>
            <a:cxnSpLocks/>
            <a:stCxn id="51" idx="1"/>
            <a:endCxn id="52" idx="3"/>
          </p:cNvCxnSpPr>
          <p:nvPr/>
        </p:nvCxnSpPr>
        <p:spPr bwMode="gray">
          <a:xfrm flipH="1" flipV="1">
            <a:off x="5166308" y="3823559"/>
            <a:ext cx="544639" cy="4045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995E993-7E16-CB6F-5BE6-C7542E463896}"/>
                  </a:ext>
                </a:extLst>
              </p:cNvPr>
              <p:cNvSpPr txBox="1"/>
              <p:nvPr/>
            </p:nvSpPr>
            <p:spPr bwMode="gray">
              <a:xfrm>
                <a:off x="5710947" y="3697885"/>
                <a:ext cx="576066" cy="332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995E993-7E16-CB6F-5BE6-C7542E46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10947" y="3697885"/>
                <a:ext cx="576066" cy="3322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5FCD09D-B1A6-6975-DA26-6D1D25636798}"/>
              </a:ext>
            </a:extLst>
          </p:cNvPr>
          <p:cNvSpPr/>
          <p:nvPr/>
        </p:nvSpPr>
        <p:spPr bwMode="gray">
          <a:xfrm>
            <a:off x="4661103" y="3697661"/>
            <a:ext cx="505205" cy="25179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501AFE7-38BB-8843-12C6-973895B4412E}"/>
              </a:ext>
            </a:extLst>
          </p:cNvPr>
          <p:cNvCxnSpPr>
            <a:cxnSpLocks/>
            <a:stCxn id="60" idx="0"/>
            <a:endCxn id="61" idx="1"/>
          </p:cNvCxnSpPr>
          <p:nvPr/>
        </p:nvCxnSpPr>
        <p:spPr bwMode="gray">
          <a:xfrm flipV="1">
            <a:off x="3779913" y="3823671"/>
            <a:ext cx="464060" cy="45005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DD1ACDD-8653-A737-247B-8FB978195421}"/>
                  </a:ext>
                </a:extLst>
              </p:cNvPr>
              <p:cNvSpPr txBox="1"/>
              <p:nvPr/>
            </p:nvSpPr>
            <p:spPr bwMode="gray">
              <a:xfrm>
                <a:off x="3491880" y="4273729"/>
                <a:ext cx="576066" cy="332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DD1ACDD-8653-A737-247B-8FB978195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91880" y="4273729"/>
                <a:ext cx="576066" cy="3322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C8C9964-9718-B06B-9077-16256504716B}"/>
              </a:ext>
            </a:extLst>
          </p:cNvPr>
          <p:cNvSpPr/>
          <p:nvPr/>
        </p:nvSpPr>
        <p:spPr bwMode="gray">
          <a:xfrm>
            <a:off x="4243973" y="3697887"/>
            <a:ext cx="395470" cy="25156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5F086A-6142-A04A-62B7-5BAA6AC18CBC}"/>
                  </a:ext>
                </a:extLst>
              </p:cNvPr>
              <p:cNvSpPr txBox="1"/>
              <p:nvPr/>
            </p:nvSpPr>
            <p:spPr bwMode="gray">
              <a:xfrm>
                <a:off x="611560" y="4696564"/>
                <a:ext cx="1781604" cy="332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  <m:sSup>
                                <m:sSupPr>
                                  <m:ctrlP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5F086A-6142-A04A-62B7-5BAA6AC18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560" y="4696564"/>
                <a:ext cx="1781604" cy="3322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9216860-F997-3110-9715-EF6B949F9B2B}"/>
                  </a:ext>
                </a:extLst>
              </p:cNvPr>
              <p:cNvSpPr txBox="1"/>
              <p:nvPr/>
            </p:nvSpPr>
            <p:spPr bwMode="gray">
              <a:xfrm>
                <a:off x="2393027" y="4546953"/>
                <a:ext cx="2432812" cy="631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9216860-F997-3110-9715-EF6B949F9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93027" y="4546953"/>
                <a:ext cx="2432812" cy="6319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44F5D8-5CC7-BDED-49F6-68BA2E57CE93}"/>
                  </a:ext>
                </a:extLst>
              </p:cNvPr>
              <p:cNvSpPr txBox="1"/>
              <p:nvPr/>
            </p:nvSpPr>
            <p:spPr bwMode="gray">
              <a:xfrm>
                <a:off x="4690000" y="4475199"/>
                <a:ext cx="4266660" cy="74786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den>
                      </m:f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DE" sz="12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44F5D8-5CC7-BDED-49F6-68BA2E57C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90000" y="4475199"/>
                <a:ext cx="4266660" cy="7478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C9F6915D-463F-FD56-911F-DD9E63092585}"/>
              </a:ext>
            </a:extLst>
          </p:cNvPr>
          <p:cNvSpPr/>
          <p:nvPr/>
        </p:nvSpPr>
        <p:spPr bwMode="gray">
          <a:xfrm>
            <a:off x="5042517" y="4638205"/>
            <a:ext cx="825627" cy="209294"/>
          </a:xfrm>
          <a:prstGeom prst="round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D015531-119F-DC09-7CAB-00E571F59CE1}"/>
              </a:ext>
            </a:extLst>
          </p:cNvPr>
          <p:cNvSpPr/>
          <p:nvPr/>
        </p:nvSpPr>
        <p:spPr bwMode="gray">
          <a:xfrm>
            <a:off x="6623291" y="4638205"/>
            <a:ext cx="685014" cy="209294"/>
          </a:xfrm>
          <a:prstGeom prst="round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19A35392-1C85-3B79-B141-3E573EA54E41}"/>
              </a:ext>
            </a:extLst>
          </p:cNvPr>
          <p:cNvSpPr/>
          <p:nvPr/>
        </p:nvSpPr>
        <p:spPr bwMode="gray">
          <a:xfrm>
            <a:off x="5042517" y="4638205"/>
            <a:ext cx="537596" cy="209294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AE3DC0A-0C23-565F-9D32-25308AB1F1AB}"/>
              </a:ext>
            </a:extLst>
          </p:cNvPr>
          <p:cNvSpPr/>
          <p:nvPr/>
        </p:nvSpPr>
        <p:spPr bwMode="gray">
          <a:xfrm>
            <a:off x="7347298" y="4638205"/>
            <a:ext cx="1185141" cy="209294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F984577-3963-E2DF-7FE6-15B3A3504F25}"/>
              </a:ext>
            </a:extLst>
          </p:cNvPr>
          <p:cNvSpPr/>
          <p:nvPr/>
        </p:nvSpPr>
        <p:spPr bwMode="gray">
          <a:xfrm>
            <a:off x="5989668" y="4638205"/>
            <a:ext cx="558912" cy="209294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6868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40" grpId="0"/>
      <p:bldP spid="41" grpId="0" animBg="1"/>
      <p:bldP spid="51" grpId="0"/>
      <p:bldP spid="52" grpId="0" animBg="1"/>
      <p:bldP spid="60" grpId="0"/>
      <p:bldP spid="61" grpId="0" animBg="1"/>
      <p:bldP spid="82" grpId="0"/>
      <p:bldP spid="83" grpId="0"/>
      <p:bldP spid="84" grpId="0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3705-C694-5FA3-672C-37D28283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F21052D-0F7E-8482-A978-C993C77F7E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00056" cy="3563938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b="1" dirty="0"/>
                  <a:t>Rank-1 Updates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dirty="0"/>
                  <a:t> with addition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Step 1</a:t>
                </a:r>
                <a:r>
                  <a:rPr lang="en-US" dirty="0"/>
                  <a:t>: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 by removing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data factor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Step 4</a:t>
                </a:r>
                <a:r>
                  <a:rPr lang="en-US" dirty="0"/>
                  <a:t>: Update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F21052D-0F7E-8482-A978-C993C77F7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00056" cy="3563938"/>
              </a:xfrm>
              <a:blipFill>
                <a:blip r:embed="rId3"/>
                <a:stretch>
                  <a:fillRect b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D097338-D438-9CA0-553D-1EED9BA8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1 &amp; 4: Update Data Message and Marginal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8B1EEAD-33E9-FCF7-DCCE-679DA11170C5}"/>
                  </a:ext>
                </a:extLst>
              </p:cNvPr>
              <p:cNvSpPr/>
              <p:nvPr/>
            </p:nvSpPr>
            <p:spPr bwMode="gray">
              <a:xfrm>
                <a:off x="7658238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6F209D1-620D-F24B-7011-94B12988B3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58238" y="1784508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54B784-4517-E070-E3E5-645B625A757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 bwMode="gray">
          <a:xfrm>
            <a:off x="7766238" y="2000508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BF0620F-87BF-FB12-1A84-3ED48AADF6BA}"/>
                  </a:ext>
                </a:extLst>
              </p:cNvPr>
              <p:cNvSpPr/>
              <p:nvPr/>
            </p:nvSpPr>
            <p:spPr bwMode="gray">
              <a:xfrm>
                <a:off x="8222978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5F8CFD3-C32F-0563-3184-1ADBABC5D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22978" y="2679985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CA64624-D667-CBD9-D8BD-DCD730275A91}"/>
              </a:ext>
            </a:extLst>
          </p:cNvPr>
          <p:cNvSpPr/>
          <p:nvPr/>
        </p:nvSpPr>
        <p:spPr bwMode="gray">
          <a:xfrm>
            <a:off x="8267979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0E9A38-B834-341B-BF01-DDD08F43BDE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 bwMode="gray">
          <a:xfrm flipH="1">
            <a:off x="8330978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AE9C6FE-BCFA-BB9F-9374-953E6079F3EF}"/>
              </a:ext>
            </a:extLst>
          </p:cNvPr>
          <p:cNvSpPr/>
          <p:nvPr/>
        </p:nvSpPr>
        <p:spPr bwMode="gray">
          <a:xfrm>
            <a:off x="7703238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922DF1-5556-D8EB-6213-1852640947FB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 bwMode="gray">
          <a:xfrm>
            <a:off x="7766238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EA450-38D5-8612-6326-BFD4262B86E8}"/>
                  </a:ext>
                </a:extLst>
              </p:cNvPr>
              <p:cNvSpPr txBox="1"/>
              <p:nvPr/>
            </p:nvSpPr>
            <p:spPr bwMode="gray">
              <a:xfrm>
                <a:off x="7359994" y="1133370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665203-24EA-6FDE-B5E2-1704AB2C6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59994" y="1133370"/>
                <a:ext cx="812485" cy="216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5D3B82A-2E46-F655-7CFD-B9BE336C388F}"/>
              </a:ext>
            </a:extLst>
          </p:cNvPr>
          <p:cNvSpPr/>
          <p:nvPr/>
        </p:nvSpPr>
        <p:spPr bwMode="gray">
          <a:xfrm>
            <a:off x="8267385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753C8E-766E-A40D-389D-E187DB79E098}"/>
              </a:ext>
            </a:extLst>
          </p:cNvPr>
          <p:cNvCxnSpPr>
            <a:cxnSpLocks/>
            <a:stCxn id="12" idx="0"/>
            <a:endCxn id="6" idx="4"/>
          </p:cNvCxnSpPr>
          <p:nvPr/>
        </p:nvCxnSpPr>
        <p:spPr bwMode="gray">
          <a:xfrm flipV="1">
            <a:off x="8330385" y="2895985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91824F-8AD9-AE54-5008-A51D45505745}"/>
                  </a:ext>
                </a:extLst>
              </p:cNvPr>
              <p:cNvSpPr txBox="1"/>
              <p:nvPr/>
            </p:nvSpPr>
            <p:spPr bwMode="gray">
              <a:xfrm>
                <a:off x="8224011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0D0F6A-96B4-DFC9-0B63-0A3C3A4DD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24011" y="3147814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0353DE-981A-5441-17D4-8CF86E9D88D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915182" y="1950845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3">
                <a:extLst>
                  <a:ext uri="{FF2B5EF4-FFF2-40B4-BE49-F238E27FC236}">
                    <a16:creationId xmlns:a16="http://schemas.microsoft.com/office/drawing/2014/main" id="{0BEA79F1-9AD9-C738-9C16-3E194D728B0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069077" y="185167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3">
                <a:extLst>
                  <a:ext uri="{FF2B5EF4-FFF2-40B4-BE49-F238E27FC236}">
                    <a16:creationId xmlns:a16="http://schemas.microsoft.com/office/drawing/2014/main" id="{FED59002-3077-C102-36C8-7362CE56B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69077" y="1851670"/>
                <a:ext cx="515053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44A4A7-F0DD-95D7-9FF5-9ED2D05F9CB4}"/>
              </a:ext>
            </a:extLst>
          </p:cNvPr>
          <p:cNvCxnSpPr>
            <a:cxnSpLocks/>
            <a:stCxn id="4" idx="4"/>
            <a:endCxn id="25" idx="0"/>
          </p:cNvCxnSpPr>
          <p:nvPr/>
        </p:nvCxnSpPr>
        <p:spPr bwMode="gray">
          <a:xfrm flipH="1">
            <a:off x="7188094" y="2000508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53A6CC-9977-D4A7-CD0D-2449AF6AC974}"/>
                  </a:ext>
                </a:extLst>
              </p:cNvPr>
              <p:cNvSpPr/>
              <p:nvPr/>
            </p:nvSpPr>
            <p:spPr bwMode="gray">
              <a:xfrm>
                <a:off x="7080093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53A6CC-9977-D4A7-CD0D-2449AF6AC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80093" y="2679985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7C7CFED9-B8E9-847F-D294-BFD43D7F2F05}"/>
              </a:ext>
            </a:extLst>
          </p:cNvPr>
          <p:cNvSpPr/>
          <p:nvPr/>
        </p:nvSpPr>
        <p:spPr bwMode="gray">
          <a:xfrm>
            <a:off x="7125094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6EC535-25CD-8956-A8F2-37DE66684C6D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 flipH="1">
            <a:off x="7188093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02A951-BE71-3C20-6E0E-E3F0B04291CD}"/>
              </a:ext>
            </a:extLst>
          </p:cNvPr>
          <p:cNvCxnSpPr>
            <a:cxnSpLocks/>
            <a:stCxn id="34" idx="0"/>
            <a:endCxn id="24" idx="4"/>
          </p:cNvCxnSpPr>
          <p:nvPr/>
        </p:nvCxnSpPr>
        <p:spPr bwMode="gray">
          <a:xfrm flipV="1">
            <a:off x="7186791" y="2895985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998091-D5E4-00BC-0728-B6EA93C9ECBA}"/>
              </a:ext>
            </a:extLst>
          </p:cNvPr>
          <p:cNvCxnSpPr>
            <a:cxnSpLocks/>
          </p:cNvCxnSpPr>
          <p:nvPr/>
        </p:nvCxnSpPr>
        <p:spPr bwMode="gray">
          <a:xfrm flipV="1">
            <a:off x="7094325" y="1957630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C1C5B905-E61A-3055-79A8-F3437D0EC12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925080" y="1867006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2EB5A7CF-2AEC-0C94-02C2-1661F468C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25080" y="1867006"/>
                <a:ext cx="515053" cy="2006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3068CC5C-75E3-B10A-0CEA-8A7CE33EC2F9}"/>
              </a:ext>
            </a:extLst>
          </p:cNvPr>
          <p:cNvSpPr/>
          <p:nvPr/>
        </p:nvSpPr>
        <p:spPr bwMode="gray">
          <a:xfrm>
            <a:off x="7123791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E2CD75-3CB5-81D6-F9EE-549BD1038518}"/>
                  </a:ext>
                </a:extLst>
              </p:cNvPr>
              <p:cNvSpPr txBox="1"/>
              <p:nvPr/>
            </p:nvSpPr>
            <p:spPr bwMode="gray">
              <a:xfrm>
                <a:off x="7092280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74FC85-2F7B-4632-6B30-F9820CB0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92280" y="3147814"/>
                <a:ext cx="812485" cy="2154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A2C7D00-60AC-C4DF-8FCC-A420F3EBD80A}"/>
              </a:ext>
            </a:extLst>
          </p:cNvPr>
          <p:cNvCxnSpPr>
            <a:cxnSpLocks/>
          </p:cNvCxnSpPr>
          <p:nvPr/>
        </p:nvCxnSpPr>
        <p:spPr bwMode="gray">
          <a:xfrm flipV="1">
            <a:off x="7330600" y="2086078"/>
            <a:ext cx="410864" cy="15952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DD8A5C-FFC4-0259-D286-DE1C94900C5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817614" y="2100901"/>
            <a:ext cx="361217" cy="150131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CEB3C5EC-62C2-6746-626B-5737D30ADC9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392765">
                <a:off x="7340384" y="2110353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AD38E1EB-0EB0-152A-4137-3995258F0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392765">
                <a:off x="7340384" y="2110353"/>
                <a:ext cx="515053" cy="2006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A6E7E5E4-78DB-0825-34CB-17EBDF1253E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241608">
                <a:off x="7726620" y="2135389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 Placeholder 53">
                <a:extLst>
                  <a:ext uri="{FF2B5EF4-FFF2-40B4-BE49-F238E27FC236}">
                    <a16:creationId xmlns:a16="http://schemas.microsoft.com/office/drawing/2014/main" id="{CBDBC9CB-A327-5FC2-71BD-FBA61E22C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241608">
                <a:off x="7726620" y="2135389"/>
                <a:ext cx="515053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C8D9C9-4EBE-9DF5-4F27-E1C69A9519BA}"/>
              </a:ext>
            </a:extLst>
          </p:cNvPr>
          <p:cNvCxnSpPr>
            <a:cxnSpLocks/>
            <a:stCxn id="49" idx="3"/>
          </p:cNvCxnSpPr>
          <p:nvPr/>
        </p:nvCxnSpPr>
        <p:spPr bwMode="gray">
          <a:xfrm flipV="1">
            <a:off x="2674281" y="2564538"/>
            <a:ext cx="1082951" cy="216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CCCBF44-608D-0D5B-0E45-CB271E3A7E38}"/>
              </a:ext>
            </a:extLst>
          </p:cNvPr>
          <p:cNvSpPr txBox="1"/>
          <p:nvPr/>
        </p:nvSpPr>
        <p:spPr bwMode="gray">
          <a:xfrm>
            <a:off x="705022" y="2446254"/>
            <a:ext cx="1969259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No inverse needed but just </a:t>
            </a:r>
            <a:br>
              <a:rPr lang="en-US" sz="1200" dirty="0">
                <a:solidFill>
                  <a:srgbClr val="C00000"/>
                </a:solidFill>
              </a:rPr>
            </a:br>
            <a:r>
              <a:rPr lang="en-US" sz="1200" dirty="0">
                <a:solidFill>
                  <a:srgbClr val="C00000"/>
                </a:solidFill>
              </a:rPr>
              <a:t>matrix multiplications!</a:t>
            </a:r>
            <a:endParaRPr lang="en-DE" sz="1200" dirty="0">
              <a:solidFill>
                <a:srgbClr val="C00000"/>
              </a:solidFill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47F6D3E-C269-336D-5BAE-C05FAFE69DD9}"/>
              </a:ext>
            </a:extLst>
          </p:cNvPr>
          <p:cNvSpPr/>
          <p:nvPr/>
        </p:nvSpPr>
        <p:spPr bwMode="gray">
          <a:xfrm>
            <a:off x="3757232" y="2104959"/>
            <a:ext cx="2712486" cy="5678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8ECE160-675B-E08E-FAAD-325427B7F219}"/>
              </a:ext>
            </a:extLst>
          </p:cNvPr>
          <p:cNvSpPr/>
          <p:nvPr/>
        </p:nvSpPr>
        <p:spPr bwMode="gray">
          <a:xfrm>
            <a:off x="4572000" y="2939997"/>
            <a:ext cx="2320611" cy="56785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AA670E-1AE5-B410-DC3A-904C66862884}"/>
              </a:ext>
            </a:extLst>
          </p:cNvPr>
          <p:cNvCxnSpPr>
            <a:cxnSpLocks/>
            <a:stCxn id="49" idx="3"/>
          </p:cNvCxnSpPr>
          <p:nvPr/>
        </p:nvCxnSpPr>
        <p:spPr bwMode="gray">
          <a:xfrm>
            <a:off x="2674281" y="2780538"/>
            <a:ext cx="1897719" cy="30570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9DEE90-AEB7-C833-9C45-05F02BFFA9C8}"/>
              </a:ext>
            </a:extLst>
          </p:cNvPr>
          <p:cNvSpPr/>
          <p:nvPr/>
        </p:nvSpPr>
        <p:spPr bwMode="gray">
          <a:xfrm>
            <a:off x="2146775" y="2245602"/>
            <a:ext cx="336993" cy="26442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ED6DC1C-CA3B-7728-A143-BF180B2377B7}"/>
              </a:ext>
            </a:extLst>
          </p:cNvPr>
          <p:cNvSpPr/>
          <p:nvPr/>
        </p:nvSpPr>
        <p:spPr bwMode="gray">
          <a:xfrm>
            <a:off x="1705409" y="3091712"/>
            <a:ext cx="336993" cy="26442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FC1DCD-58B0-8C50-B3BF-33AB986244BA}"/>
              </a:ext>
            </a:extLst>
          </p:cNvPr>
          <p:cNvCxnSpPr>
            <a:cxnSpLocks/>
            <a:endCxn id="15" idx="1"/>
          </p:cNvCxnSpPr>
          <p:nvPr/>
        </p:nvCxnSpPr>
        <p:spPr bwMode="gray">
          <a:xfrm>
            <a:off x="819101" y="2210697"/>
            <a:ext cx="1327674" cy="1671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6CA494-2520-51CE-CED3-16CBCC354B85}"/>
              </a:ext>
            </a:extLst>
          </p:cNvPr>
          <p:cNvCxnSpPr>
            <a:cxnSpLocks/>
            <a:endCxn id="16" idx="1"/>
          </p:cNvCxnSpPr>
          <p:nvPr/>
        </p:nvCxnSpPr>
        <p:spPr bwMode="gray">
          <a:xfrm>
            <a:off x="819101" y="2210697"/>
            <a:ext cx="886308" cy="10132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7118ED9-61B3-D693-E5D5-6394E4FAC269}"/>
              </a:ext>
            </a:extLst>
          </p:cNvPr>
          <p:cNvSpPr txBox="1"/>
          <p:nvPr/>
        </p:nvSpPr>
        <p:spPr bwMode="gray">
          <a:xfrm>
            <a:off x="107167" y="1851670"/>
            <a:ext cx="1440497" cy="35902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Precision matrix</a:t>
            </a:r>
            <a:endParaRPr lang="en-DE" sz="1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FC9CA6B-B44E-BB2B-BFAD-8C0B94858F03}"/>
                  </a:ext>
                </a:extLst>
              </p:cNvPr>
              <p:cNvSpPr txBox="1"/>
              <p:nvPr/>
            </p:nvSpPr>
            <p:spPr bwMode="gray">
              <a:xfrm>
                <a:off x="1372838" y="3723878"/>
                <a:ext cx="242019" cy="3903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DE" sz="1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FC9CA6B-B44E-BB2B-BFAD-8C0B94858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72838" y="3723878"/>
                <a:ext cx="242019" cy="3903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45D527E-9036-1E9A-72BA-75EBCD5BD341}"/>
                  </a:ext>
                </a:extLst>
              </p:cNvPr>
              <p:cNvSpPr txBox="1"/>
              <p:nvPr/>
            </p:nvSpPr>
            <p:spPr bwMode="gray">
              <a:xfrm>
                <a:off x="1537316" y="3723878"/>
                <a:ext cx="730428" cy="3903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>
                        <m:sSubPr>
                          <m:ctrlP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45D527E-9036-1E9A-72BA-75EBCD5BD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7316" y="3723878"/>
                <a:ext cx="730428" cy="39033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617E7-1EEF-D1ED-47DB-0939981CEDAE}"/>
                  </a:ext>
                </a:extLst>
              </p:cNvPr>
              <p:cNvSpPr txBox="1"/>
              <p:nvPr/>
            </p:nvSpPr>
            <p:spPr bwMode="gray">
              <a:xfrm>
                <a:off x="2173610" y="3723878"/>
                <a:ext cx="1750318" cy="3903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num>
                        <m:den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DE" sz="1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617E7-1EEF-D1ED-47DB-0939981CE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3610" y="3723878"/>
                <a:ext cx="1750318" cy="390339"/>
              </a:xfrm>
              <a:prstGeom prst="rect">
                <a:avLst/>
              </a:prstGeom>
              <a:blipFill>
                <a:blip r:embed="rId17"/>
                <a:stretch>
                  <a:fillRect t="-3226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76ACF7-C552-0F78-578C-6A0FA73DD873}"/>
                  </a:ext>
                </a:extLst>
              </p:cNvPr>
              <p:cNvSpPr txBox="1"/>
              <p:nvPr/>
            </p:nvSpPr>
            <p:spPr bwMode="gray">
              <a:xfrm>
                <a:off x="3898584" y="3731021"/>
                <a:ext cx="1825544" cy="3903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76ACF7-C552-0F78-578C-6A0FA73DD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98584" y="3731021"/>
                <a:ext cx="1825544" cy="390339"/>
              </a:xfrm>
              <a:prstGeom prst="rect">
                <a:avLst/>
              </a:prstGeom>
              <a:blipFill>
                <a:blip r:embed="rId18"/>
                <a:stretch>
                  <a:fillRect l="-1389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256A9DF-3005-72AC-084B-5E995F030C4A}"/>
              </a:ext>
            </a:extLst>
          </p:cNvPr>
          <p:cNvSpPr/>
          <p:nvPr/>
        </p:nvSpPr>
        <p:spPr bwMode="gray">
          <a:xfrm>
            <a:off x="3778508" y="2242862"/>
            <a:ext cx="169238" cy="264425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1B63CBB-9FBA-438D-88EF-A80B7BD36999}"/>
              </a:ext>
            </a:extLst>
          </p:cNvPr>
          <p:cNvSpPr/>
          <p:nvPr/>
        </p:nvSpPr>
        <p:spPr bwMode="gray">
          <a:xfrm>
            <a:off x="3969022" y="2121352"/>
            <a:ext cx="2460124" cy="53507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B98156B-5CF0-DEF0-86A7-2D540931B9F6}"/>
              </a:ext>
            </a:extLst>
          </p:cNvPr>
          <p:cNvSpPr/>
          <p:nvPr/>
        </p:nvSpPr>
        <p:spPr bwMode="gray">
          <a:xfrm>
            <a:off x="3205176" y="3086240"/>
            <a:ext cx="397951" cy="264425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5F70A6E-65F9-AAA5-BAD7-8754F000FCA0}"/>
              </a:ext>
            </a:extLst>
          </p:cNvPr>
          <p:cNvSpPr/>
          <p:nvPr/>
        </p:nvSpPr>
        <p:spPr bwMode="gray">
          <a:xfrm>
            <a:off x="3655760" y="3083388"/>
            <a:ext cx="716571" cy="264425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FD2F956-175A-6C93-DD3A-E0680BA9CC23}"/>
              </a:ext>
            </a:extLst>
          </p:cNvPr>
          <p:cNvCxnSpPr>
            <a:cxnSpLocks/>
            <a:stCxn id="53" idx="2"/>
            <a:endCxn id="46" idx="0"/>
          </p:cNvCxnSpPr>
          <p:nvPr/>
        </p:nvCxnSpPr>
        <p:spPr bwMode="gray">
          <a:xfrm flipH="1">
            <a:off x="1493848" y="2507287"/>
            <a:ext cx="2369279" cy="121659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5AC1074-F233-04D8-A1D6-62688417CFFF}"/>
              </a:ext>
            </a:extLst>
          </p:cNvPr>
          <p:cNvCxnSpPr>
            <a:cxnSpLocks/>
            <a:stCxn id="56" idx="2"/>
            <a:endCxn id="46" idx="0"/>
          </p:cNvCxnSpPr>
          <p:nvPr/>
        </p:nvCxnSpPr>
        <p:spPr bwMode="gray">
          <a:xfrm flipH="1">
            <a:off x="1493848" y="3350665"/>
            <a:ext cx="1910304" cy="3732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3B9515B-63B1-EE8A-F8D0-5A2D9E40CF60}"/>
              </a:ext>
            </a:extLst>
          </p:cNvPr>
          <p:cNvCxnSpPr>
            <a:cxnSpLocks/>
            <a:stCxn id="53" idx="2"/>
            <a:endCxn id="47" idx="0"/>
          </p:cNvCxnSpPr>
          <p:nvPr/>
        </p:nvCxnSpPr>
        <p:spPr bwMode="gray">
          <a:xfrm flipH="1">
            <a:off x="1902530" y="2507287"/>
            <a:ext cx="1960597" cy="121659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79F45BE-5AB8-8DDA-5238-4BC92C8B039C}"/>
              </a:ext>
            </a:extLst>
          </p:cNvPr>
          <p:cNvCxnSpPr>
            <a:cxnSpLocks/>
            <a:stCxn id="57" idx="2"/>
            <a:endCxn id="47" idx="0"/>
          </p:cNvCxnSpPr>
          <p:nvPr/>
        </p:nvCxnSpPr>
        <p:spPr bwMode="gray">
          <a:xfrm flipH="1">
            <a:off x="1902530" y="3347813"/>
            <a:ext cx="2111516" cy="37606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09B581B-9FC6-B516-04EF-C7E973CB4946}"/>
              </a:ext>
            </a:extLst>
          </p:cNvPr>
          <p:cNvCxnSpPr>
            <a:cxnSpLocks/>
            <a:stCxn id="54" idx="2"/>
            <a:endCxn id="51" idx="0"/>
          </p:cNvCxnSpPr>
          <p:nvPr/>
        </p:nvCxnSpPr>
        <p:spPr bwMode="gray">
          <a:xfrm flipH="1">
            <a:off x="3048769" y="2656422"/>
            <a:ext cx="2150315" cy="106745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C008603-B6D2-C97C-B5E6-A805FC46CAB6}"/>
              </a:ext>
            </a:extLst>
          </p:cNvPr>
          <p:cNvCxnSpPr>
            <a:cxnSpLocks/>
            <a:stCxn id="56" idx="2"/>
            <a:endCxn id="51" idx="0"/>
          </p:cNvCxnSpPr>
          <p:nvPr/>
        </p:nvCxnSpPr>
        <p:spPr bwMode="gray">
          <a:xfrm flipH="1">
            <a:off x="3048769" y="3350665"/>
            <a:ext cx="355383" cy="3732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51304E7-2F95-9FA9-EEF6-7FAC3158C052}"/>
              </a:ext>
            </a:extLst>
          </p:cNvPr>
          <p:cNvCxnSpPr>
            <a:cxnSpLocks/>
            <a:stCxn id="54" idx="2"/>
            <a:endCxn id="52" idx="0"/>
          </p:cNvCxnSpPr>
          <p:nvPr/>
        </p:nvCxnSpPr>
        <p:spPr bwMode="gray">
          <a:xfrm flipH="1">
            <a:off x="4811356" y="2656422"/>
            <a:ext cx="387728" cy="10745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6EE793A-25D2-D6E7-6843-E307602222E4}"/>
              </a:ext>
            </a:extLst>
          </p:cNvPr>
          <p:cNvCxnSpPr>
            <a:cxnSpLocks/>
            <a:stCxn id="57" idx="2"/>
            <a:endCxn id="52" idx="0"/>
          </p:cNvCxnSpPr>
          <p:nvPr/>
        </p:nvCxnSpPr>
        <p:spPr bwMode="gray">
          <a:xfrm>
            <a:off x="4014046" y="3347813"/>
            <a:ext cx="797310" cy="38320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FA39750-5A4F-087F-83A8-C40C934FC8D8}"/>
                  </a:ext>
                </a:extLst>
              </p:cNvPr>
              <p:cNvSpPr txBox="1"/>
              <p:nvPr/>
            </p:nvSpPr>
            <p:spPr bwMode="gray">
              <a:xfrm>
                <a:off x="4495631" y="2915452"/>
                <a:ext cx="2523344" cy="599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FA39750-5A4F-087F-83A8-C40C934FC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95631" y="2915452"/>
                <a:ext cx="2523344" cy="599651"/>
              </a:xfrm>
              <a:prstGeom prst="rect">
                <a:avLst/>
              </a:prstGeom>
              <a:blipFill>
                <a:blip r:embed="rId19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748E59-277C-2B43-2E3A-8F06E37EACBC}"/>
                  </a:ext>
                </a:extLst>
              </p:cNvPr>
              <p:cNvSpPr txBox="1"/>
              <p:nvPr/>
            </p:nvSpPr>
            <p:spPr bwMode="gray">
              <a:xfrm>
                <a:off x="470426" y="3002633"/>
                <a:ext cx="4746170" cy="37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748E59-277C-2B43-2E3A-8F06E37EA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0426" y="3002633"/>
                <a:ext cx="4746170" cy="378630"/>
              </a:xfrm>
              <a:prstGeom prst="rect">
                <a:avLst/>
              </a:prstGeom>
              <a:blipFill>
                <a:blip r:embed="rId2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21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1" grpId="0"/>
      <p:bldP spid="12" grpId="0" animBg="1"/>
      <p:bldP spid="14" grpId="0"/>
      <p:bldP spid="22" grpId="0"/>
      <p:bldP spid="24" grpId="0" animBg="1"/>
      <p:bldP spid="25" grpId="0" animBg="1"/>
      <p:bldP spid="31" grpId="0"/>
      <p:bldP spid="34" grpId="0" animBg="1"/>
      <p:bldP spid="35" grpId="0"/>
      <p:bldP spid="38" grpId="0"/>
      <p:bldP spid="39" grpId="0"/>
      <p:bldP spid="49" grpId="0"/>
      <p:bldP spid="50" grpId="0" animBg="1"/>
      <p:bldP spid="55" grpId="0" animBg="1"/>
      <p:bldP spid="15" grpId="0" animBg="1"/>
      <p:bldP spid="16" grpId="0" animBg="1"/>
      <p:bldP spid="33" grpId="0"/>
      <p:bldP spid="46" grpId="0"/>
      <p:bldP spid="47" grpId="0"/>
      <p:bldP spid="51" grpId="0"/>
      <p:bldP spid="52" grpId="0"/>
      <p:bldP spid="53" grpId="0" animBg="1"/>
      <p:bldP spid="54" grpId="0" animBg="1"/>
      <p:bldP spid="56" grpId="0" animBg="1"/>
      <p:bldP spid="57" grpId="0" animBg="1"/>
      <p:bldP spid="100" grpId="0"/>
      <p:bldP spid="1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60033" cy="3563938"/>
              </a:xfrm>
            </p:spPr>
            <p:txBody>
              <a:bodyPr/>
              <a:lstStyle/>
              <a:p>
                <a:r>
                  <a:rPr lang="en-DE" b="1" dirty="0"/>
                  <a:t>Step 2</a:t>
                </a:r>
                <a:r>
                  <a:rPr lang="en-DE" dirty="0"/>
                  <a:t>:</a:t>
                </a:r>
                <a:r>
                  <a:rPr lang="en-DE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DE" dirty="0"/>
                  <a:t> follows from the Gaussian projection-noise factor</a:t>
                </a:r>
              </a:p>
              <a:p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  <a:p>
                <a:r>
                  <a:rPr lang="en-DE" b="1" dirty="0"/>
                  <a:t>Step 3</a:t>
                </a:r>
                <a:r>
                  <a:rPr lang="en-DE" dirty="0"/>
                  <a:t>:</a:t>
                </a:r>
                <a:r>
                  <a:rPr lang="en-DE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follows from the greater-than factor</a:t>
                </a:r>
              </a:p>
              <a:p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DE" dirty="0"/>
              </a:p>
              <a:p>
                <a:r>
                  <a:rPr lang="en-DE" b="1" dirty="0"/>
                  <a:t>Final Update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E" dirty="0"/>
              </a:p>
              <a:p>
                <a:endParaRPr lang="en-DE" b="1" dirty="0"/>
              </a:p>
              <a:p>
                <a:endParaRPr lang="en-DE" dirty="0"/>
              </a:p>
              <a:p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60033" cy="35639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3A3D959-4067-9371-B385-DFF1D3DD76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Bayesian Linear Classification: Update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30000" dirty="0" err="1"/>
                  <a:t>th</a:t>
                </a:r>
                <a:r>
                  <a:rPr lang="en-US" dirty="0"/>
                  <a:t> Data Message</a:t>
                </a:r>
                <a:endParaRPr lang="en-DE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3A3D959-4067-9371-B385-DFF1D3DD7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99" r="-16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/>
              <p:nvPr/>
            </p:nvSpPr>
            <p:spPr bwMode="gray">
              <a:xfrm>
                <a:off x="7586230" y="17845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86230" y="178450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38431F-5795-B2BB-5A0B-FDC0C3DF4BB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 bwMode="gray">
          <a:xfrm>
            <a:off x="7694230" y="2000508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/>
              <p:nvPr/>
            </p:nvSpPr>
            <p:spPr bwMode="gray">
              <a:xfrm>
                <a:off x="8150970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541A75D-6B2D-35A1-5450-EF6AAD129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50970" y="2679985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9BB16D-303A-B2A1-BE9A-B6B332199BF1}"/>
              </a:ext>
            </a:extLst>
          </p:cNvPr>
          <p:cNvSpPr/>
          <p:nvPr/>
        </p:nvSpPr>
        <p:spPr bwMode="gray">
          <a:xfrm>
            <a:off x="8195971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9A35CE-EF25-8F78-1E52-C2BFE147CC00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8258970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0E16E-63D8-708B-7682-E5CA915B334B}"/>
              </a:ext>
            </a:extLst>
          </p:cNvPr>
          <p:cNvSpPr/>
          <p:nvPr/>
        </p:nvSpPr>
        <p:spPr bwMode="gray">
          <a:xfrm>
            <a:off x="7631230" y="134214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F0A00-DEB7-8904-E3FB-066BCFF8FEE3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7694230" y="1468140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/>
              <p:nvPr/>
            </p:nvSpPr>
            <p:spPr bwMode="gray">
              <a:xfrm>
                <a:off x="7287986" y="1133370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sz="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87986" y="1133370"/>
                <a:ext cx="812485" cy="216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03DAED8-E819-5A71-96E2-5C989EB7693B}"/>
              </a:ext>
            </a:extLst>
          </p:cNvPr>
          <p:cNvSpPr/>
          <p:nvPr/>
        </p:nvSpPr>
        <p:spPr bwMode="gray">
          <a:xfrm>
            <a:off x="8195377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32646B-D3BC-643D-EFD0-54C104C592C5}"/>
              </a:ext>
            </a:extLst>
          </p:cNvPr>
          <p:cNvCxnSpPr>
            <a:cxnSpLocks/>
            <a:stCxn id="16" idx="0"/>
            <a:endCxn id="7" idx="4"/>
          </p:cNvCxnSpPr>
          <p:nvPr/>
        </p:nvCxnSpPr>
        <p:spPr bwMode="gray">
          <a:xfrm flipV="1">
            <a:off x="8258377" y="2895985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/>
              <p:nvPr/>
            </p:nvSpPr>
            <p:spPr bwMode="gray">
              <a:xfrm>
                <a:off x="8152003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9118E4-BA90-6E36-8D7F-BA8CC992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52003" y="3147814"/>
                <a:ext cx="812485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/>
              <p:nvPr/>
            </p:nvSpPr>
            <p:spPr bwMode="gray">
              <a:xfrm>
                <a:off x="8279855" y="2173623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C6DAA7-BD47-D7D7-615A-D046B592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9855" y="2173623"/>
                <a:ext cx="972665" cy="1965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706130-88BC-F5C4-695E-20D2E9CA5EDC}"/>
              </a:ext>
            </a:extLst>
          </p:cNvPr>
          <p:cNvCxnSpPr>
            <a:cxnSpLocks/>
          </p:cNvCxnSpPr>
          <p:nvPr/>
        </p:nvCxnSpPr>
        <p:spPr bwMode="gray">
          <a:xfrm flipV="1">
            <a:off x="8149012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CB39FC-931E-EBC4-E9BF-F9E1A97EF467}"/>
              </a:ext>
            </a:extLst>
          </p:cNvPr>
          <p:cNvCxnSpPr>
            <a:cxnSpLocks/>
          </p:cNvCxnSpPr>
          <p:nvPr/>
        </p:nvCxnSpPr>
        <p:spPr bwMode="gray">
          <a:xfrm flipV="1">
            <a:off x="8148501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646914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 Placeholder 53">
                <a:extLst>
                  <a:ext uri="{FF2B5EF4-FFF2-40B4-BE49-F238E27FC236}">
                    <a16:creationId xmlns:a16="http://schemas.microsoft.com/office/drawing/2014/main" id="{4BA47746-A535-CF53-C18B-EA6FAE95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46914" y="2895985"/>
                <a:ext cx="444398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634564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72C210A9-FB53-515E-79F4-0EDF30E4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4564" y="2399633"/>
                <a:ext cx="444398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 flipH="1">
            <a:off x="7116086" y="2000508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7008085" y="26799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08085" y="2679985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7053086" y="221171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7116085" y="2337709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0B46102-6CFC-19D8-3A6D-BEBACD7D6E34}"/>
              </a:ext>
            </a:extLst>
          </p:cNvPr>
          <p:cNvCxnSpPr>
            <a:cxnSpLocks/>
            <a:stCxn id="69" idx="0"/>
            <a:endCxn id="46" idx="4"/>
          </p:cNvCxnSpPr>
          <p:nvPr/>
        </p:nvCxnSpPr>
        <p:spPr bwMode="gray">
          <a:xfrm flipV="1">
            <a:off x="7114783" y="2895985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6156176" y="2161217"/>
                <a:ext cx="972665" cy="196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56176" y="2161217"/>
                <a:ext cx="972665" cy="1965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7F3FCD-2508-2233-303E-54B8692EB33E}"/>
              </a:ext>
            </a:extLst>
          </p:cNvPr>
          <p:cNvCxnSpPr>
            <a:cxnSpLocks/>
          </p:cNvCxnSpPr>
          <p:nvPr/>
        </p:nvCxnSpPr>
        <p:spPr bwMode="gray">
          <a:xfrm flipV="1">
            <a:off x="7006127" y="285694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7005616" y="239105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56558" y="289598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Text Placeholder 53">
                <a:extLst>
                  <a:ext uri="{FF2B5EF4-FFF2-40B4-BE49-F238E27FC236}">
                    <a16:creationId xmlns:a16="http://schemas.microsoft.com/office/drawing/2014/main" id="{DB9B252D-30F3-AF39-E389-20BEA48D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56558" y="2895985"/>
                <a:ext cx="444398" cy="2006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44208" y="239963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208" y="2399633"/>
                <a:ext cx="444398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3F1CD76F-ACA9-9185-DC2B-4202EF81CD3D}"/>
              </a:ext>
            </a:extLst>
          </p:cNvPr>
          <p:cNvSpPr/>
          <p:nvPr/>
        </p:nvSpPr>
        <p:spPr bwMode="gray">
          <a:xfrm>
            <a:off x="7051783" y="3086240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/>
              <p:nvPr/>
            </p:nvSpPr>
            <p:spPr bwMode="gray">
              <a:xfrm>
                <a:off x="7020272" y="314781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2765A95-35BA-9970-C977-5C0AC993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20272" y="3147814"/>
                <a:ext cx="812485" cy="2154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 hidden="1">
            <a:extLst>
              <a:ext uri="{FF2B5EF4-FFF2-40B4-BE49-F238E27FC236}">
                <a16:creationId xmlns:a16="http://schemas.microsoft.com/office/drawing/2014/main" id="{CC91E2D1-6496-AB8B-0EAA-00134C4BB3CD}"/>
              </a:ext>
            </a:extLst>
          </p:cNvPr>
          <p:cNvSpPr/>
          <p:nvPr/>
        </p:nvSpPr>
        <p:spPr bwMode="gray">
          <a:xfrm>
            <a:off x="6986038" y="1855823"/>
            <a:ext cx="1573877" cy="1503171"/>
          </a:xfrm>
          <a:custGeom>
            <a:avLst/>
            <a:gdLst>
              <a:gd name="connsiteX0" fmla="*/ 0 w 1804234"/>
              <a:gd name="connsiteY0" fmla="*/ 269307 h 1615812"/>
              <a:gd name="connsiteX1" fmla="*/ 269307 w 1804234"/>
              <a:gd name="connsiteY1" fmla="*/ 0 h 1615812"/>
              <a:gd name="connsiteX2" fmla="*/ 1534927 w 1804234"/>
              <a:gd name="connsiteY2" fmla="*/ 0 h 1615812"/>
              <a:gd name="connsiteX3" fmla="*/ 1804234 w 1804234"/>
              <a:gd name="connsiteY3" fmla="*/ 269307 h 1615812"/>
              <a:gd name="connsiteX4" fmla="*/ 1804234 w 1804234"/>
              <a:gd name="connsiteY4" fmla="*/ 1346505 h 1615812"/>
              <a:gd name="connsiteX5" fmla="*/ 1534927 w 1804234"/>
              <a:gd name="connsiteY5" fmla="*/ 1615812 h 1615812"/>
              <a:gd name="connsiteX6" fmla="*/ 269307 w 1804234"/>
              <a:gd name="connsiteY6" fmla="*/ 1615812 h 1615812"/>
              <a:gd name="connsiteX7" fmla="*/ 0 w 1804234"/>
              <a:gd name="connsiteY7" fmla="*/ 1346505 h 1615812"/>
              <a:gd name="connsiteX8" fmla="*/ 0 w 1804234"/>
              <a:gd name="connsiteY8" fmla="*/ 269307 h 1615812"/>
              <a:gd name="connsiteX0" fmla="*/ 0 w 1804234"/>
              <a:gd name="connsiteY0" fmla="*/ 269307 h 1615812"/>
              <a:gd name="connsiteX1" fmla="*/ 269307 w 1804234"/>
              <a:gd name="connsiteY1" fmla="*/ 0 h 1615812"/>
              <a:gd name="connsiteX2" fmla="*/ 1534927 w 1804234"/>
              <a:gd name="connsiteY2" fmla="*/ 0 h 1615812"/>
              <a:gd name="connsiteX3" fmla="*/ 1804234 w 1804234"/>
              <a:gd name="connsiteY3" fmla="*/ 269307 h 1615812"/>
              <a:gd name="connsiteX4" fmla="*/ 1804234 w 1804234"/>
              <a:gd name="connsiteY4" fmla="*/ 1346505 h 1615812"/>
              <a:gd name="connsiteX5" fmla="*/ 1534927 w 1804234"/>
              <a:gd name="connsiteY5" fmla="*/ 1615812 h 1615812"/>
              <a:gd name="connsiteX6" fmla="*/ 715241 w 1804234"/>
              <a:gd name="connsiteY6" fmla="*/ 555597 h 1615812"/>
              <a:gd name="connsiteX7" fmla="*/ 269307 w 1804234"/>
              <a:gd name="connsiteY7" fmla="*/ 1615812 h 1615812"/>
              <a:gd name="connsiteX8" fmla="*/ 0 w 1804234"/>
              <a:gd name="connsiteY8" fmla="*/ 1346505 h 1615812"/>
              <a:gd name="connsiteX9" fmla="*/ 0 w 1804234"/>
              <a:gd name="connsiteY9" fmla="*/ 269307 h 1615812"/>
              <a:gd name="connsiteX0" fmla="*/ 0 w 1804234"/>
              <a:gd name="connsiteY0" fmla="*/ 269307 h 1676772"/>
              <a:gd name="connsiteX1" fmla="*/ 269307 w 1804234"/>
              <a:gd name="connsiteY1" fmla="*/ 0 h 1676772"/>
              <a:gd name="connsiteX2" fmla="*/ 1534927 w 1804234"/>
              <a:gd name="connsiteY2" fmla="*/ 0 h 1676772"/>
              <a:gd name="connsiteX3" fmla="*/ 1804234 w 1804234"/>
              <a:gd name="connsiteY3" fmla="*/ 269307 h 1676772"/>
              <a:gd name="connsiteX4" fmla="*/ 1804234 w 1804234"/>
              <a:gd name="connsiteY4" fmla="*/ 1346505 h 1676772"/>
              <a:gd name="connsiteX5" fmla="*/ 1534927 w 1804234"/>
              <a:gd name="connsiteY5" fmla="*/ 1615812 h 1676772"/>
              <a:gd name="connsiteX6" fmla="*/ 715241 w 1804234"/>
              <a:gd name="connsiteY6" fmla="*/ 555597 h 1676772"/>
              <a:gd name="connsiteX7" fmla="*/ 502987 w 1804234"/>
              <a:gd name="connsiteY7" fmla="*/ 1676772 h 1676772"/>
              <a:gd name="connsiteX8" fmla="*/ 0 w 1804234"/>
              <a:gd name="connsiteY8" fmla="*/ 1346505 h 1676772"/>
              <a:gd name="connsiteX9" fmla="*/ 0 w 1804234"/>
              <a:gd name="connsiteY9" fmla="*/ 269307 h 1676772"/>
              <a:gd name="connsiteX0" fmla="*/ 0 w 1804234"/>
              <a:gd name="connsiteY0" fmla="*/ 269307 h 1731341"/>
              <a:gd name="connsiteX1" fmla="*/ 269307 w 1804234"/>
              <a:gd name="connsiteY1" fmla="*/ 0 h 1731341"/>
              <a:gd name="connsiteX2" fmla="*/ 1534927 w 1804234"/>
              <a:gd name="connsiteY2" fmla="*/ 0 h 1731341"/>
              <a:gd name="connsiteX3" fmla="*/ 1804234 w 1804234"/>
              <a:gd name="connsiteY3" fmla="*/ 269307 h 1731341"/>
              <a:gd name="connsiteX4" fmla="*/ 1804234 w 1804234"/>
              <a:gd name="connsiteY4" fmla="*/ 1346505 h 1731341"/>
              <a:gd name="connsiteX5" fmla="*/ 1534927 w 1804234"/>
              <a:gd name="connsiteY5" fmla="*/ 1615812 h 1731341"/>
              <a:gd name="connsiteX6" fmla="*/ 715241 w 1804234"/>
              <a:gd name="connsiteY6" fmla="*/ 555597 h 1731341"/>
              <a:gd name="connsiteX7" fmla="*/ 502987 w 1804234"/>
              <a:gd name="connsiteY7" fmla="*/ 1676772 h 1731341"/>
              <a:gd name="connsiteX8" fmla="*/ 85321 w 1804234"/>
              <a:gd name="connsiteY8" fmla="*/ 1551277 h 1731341"/>
              <a:gd name="connsiteX9" fmla="*/ 0 w 1804234"/>
              <a:gd name="connsiteY9" fmla="*/ 1346505 h 1731341"/>
              <a:gd name="connsiteX10" fmla="*/ 0 w 1804234"/>
              <a:gd name="connsiteY10" fmla="*/ 269307 h 173134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534927 w 1804234"/>
              <a:gd name="connsiteY5" fmla="*/ 1615812 h 1766811"/>
              <a:gd name="connsiteX6" fmla="*/ 715241 w 1804234"/>
              <a:gd name="connsiteY6" fmla="*/ 555597 h 1766811"/>
              <a:gd name="connsiteX7" fmla="*/ 502987 w 1804234"/>
              <a:gd name="connsiteY7" fmla="*/ 1676772 h 1766811"/>
              <a:gd name="connsiteX8" fmla="*/ 95481 w 1804234"/>
              <a:gd name="connsiteY8" fmla="*/ 1693517 h 1766811"/>
              <a:gd name="connsiteX9" fmla="*/ 0 w 1804234"/>
              <a:gd name="connsiteY9" fmla="*/ 1346505 h 1766811"/>
              <a:gd name="connsiteX10" fmla="*/ 0 w 1804234"/>
              <a:gd name="connsiteY10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128527 w 1804234"/>
              <a:gd name="connsiteY5" fmla="*/ 1646292 h 1766811"/>
              <a:gd name="connsiteX6" fmla="*/ 715241 w 1804234"/>
              <a:gd name="connsiteY6" fmla="*/ 555597 h 1766811"/>
              <a:gd name="connsiteX7" fmla="*/ 502987 w 1804234"/>
              <a:gd name="connsiteY7" fmla="*/ 1676772 h 1766811"/>
              <a:gd name="connsiteX8" fmla="*/ 95481 w 1804234"/>
              <a:gd name="connsiteY8" fmla="*/ 1693517 h 1766811"/>
              <a:gd name="connsiteX9" fmla="*/ 0 w 1804234"/>
              <a:gd name="connsiteY9" fmla="*/ 1346505 h 1766811"/>
              <a:gd name="connsiteX10" fmla="*/ 0 w 1804234"/>
              <a:gd name="connsiteY10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128527 w 1804234"/>
              <a:gd name="connsiteY5" fmla="*/ 1646292 h 1766811"/>
              <a:gd name="connsiteX6" fmla="*/ 1020041 w 1804234"/>
              <a:gd name="connsiteY6" fmla="*/ 596237 h 1766811"/>
              <a:gd name="connsiteX7" fmla="*/ 715241 w 1804234"/>
              <a:gd name="connsiteY7" fmla="*/ 555597 h 1766811"/>
              <a:gd name="connsiteX8" fmla="*/ 502987 w 1804234"/>
              <a:gd name="connsiteY8" fmla="*/ 1676772 h 1766811"/>
              <a:gd name="connsiteX9" fmla="*/ 95481 w 1804234"/>
              <a:gd name="connsiteY9" fmla="*/ 1693517 h 1766811"/>
              <a:gd name="connsiteX10" fmla="*/ 0 w 1804234"/>
              <a:gd name="connsiteY10" fmla="*/ 1346505 h 1766811"/>
              <a:gd name="connsiteX11" fmla="*/ 0 w 1804234"/>
              <a:gd name="connsiteY11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250447 w 1804234"/>
              <a:gd name="connsiteY5" fmla="*/ 1676772 h 1766811"/>
              <a:gd name="connsiteX6" fmla="*/ 1020041 w 1804234"/>
              <a:gd name="connsiteY6" fmla="*/ 596237 h 1766811"/>
              <a:gd name="connsiteX7" fmla="*/ 715241 w 1804234"/>
              <a:gd name="connsiteY7" fmla="*/ 555597 h 1766811"/>
              <a:gd name="connsiteX8" fmla="*/ 502987 w 1804234"/>
              <a:gd name="connsiteY8" fmla="*/ 1676772 h 1766811"/>
              <a:gd name="connsiteX9" fmla="*/ 95481 w 1804234"/>
              <a:gd name="connsiteY9" fmla="*/ 1693517 h 1766811"/>
              <a:gd name="connsiteX10" fmla="*/ 0 w 1804234"/>
              <a:gd name="connsiteY10" fmla="*/ 1346505 h 1766811"/>
              <a:gd name="connsiteX11" fmla="*/ 0 w 1804234"/>
              <a:gd name="connsiteY11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250447 w 1804234"/>
              <a:gd name="connsiteY6" fmla="*/ 16767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0 w 1804234"/>
              <a:gd name="connsiteY12" fmla="*/ 269307 h 1766811"/>
              <a:gd name="connsiteX0" fmla="*/ 0 w 1804234"/>
              <a:gd name="connsiteY0" fmla="*/ 26930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0 w 1804234"/>
              <a:gd name="connsiteY12" fmla="*/ 26930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804234 w 1804234"/>
              <a:gd name="connsiteY3" fmla="*/ 26930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534927 w 1804234"/>
              <a:gd name="connsiteY2" fmla="*/ 0 h 1766811"/>
              <a:gd name="connsiteX3" fmla="*/ 1631514 w 1804234"/>
              <a:gd name="connsiteY3" fmla="*/ 36074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401387 h 1766811"/>
              <a:gd name="connsiteX1" fmla="*/ 269307 w 1804234"/>
              <a:gd name="connsiteY1" fmla="*/ 0 h 1766811"/>
              <a:gd name="connsiteX2" fmla="*/ 1301247 w 1804234"/>
              <a:gd name="connsiteY2" fmla="*/ 101600 h 1766811"/>
              <a:gd name="connsiteX3" fmla="*/ 1631514 w 1804234"/>
              <a:gd name="connsiteY3" fmla="*/ 360747 h 1766811"/>
              <a:gd name="connsiteX4" fmla="*/ 1804234 w 1804234"/>
              <a:gd name="connsiteY4" fmla="*/ 1346505 h 1766811"/>
              <a:gd name="connsiteX5" fmla="*/ 1680441 w 1804234"/>
              <a:gd name="connsiteY5" fmla="*/ 1591917 h 1766811"/>
              <a:gd name="connsiteX6" fmla="*/ 1179327 w 1804234"/>
              <a:gd name="connsiteY6" fmla="*/ 1575172 h 1766811"/>
              <a:gd name="connsiteX7" fmla="*/ 1020041 w 1804234"/>
              <a:gd name="connsiteY7" fmla="*/ 596237 h 1766811"/>
              <a:gd name="connsiteX8" fmla="*/ 715241 w 1804234"/>
              <a:gd name="connsiteY8" fmla="*/ 555597 h 1766811"/>
              <a:gd name="connsiteX9" fmla="*/ 502987 w 1804234"/>
              <a:gd name="connsiteY9" fmla="*/ 1676772 h 1766811"/>
              <a:gd name="connsiteX10" fmla="*/ 95481 w 1804234"/>
              <a:gd name="connsiteY10" fmla="*/ 1693517 h 1766811"/>
              <a:gd name="connsiteX11" fmla="*/ 0 w 1804234"/>
              <a:gd name="connsiteY11" fmla="*/ 1346505 h 1766811"/>
              <a:gd name="connsiteX12" fmla="*/ 142240 w 1804234"/>
              <a:gd name="connsiteY12" fmla="*/ 401387 h 176681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020041 w 1804234"/>
              <a:gd name="connsiteY7" fmla="*/ 565757 h 1736331"/>
              <a:gd name="connsiteX8" fmla="*/ 715241 w 1804234"/>
              <a:gd name="connsiteY8" fmla="*/ 52511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020041 w 1804234"/>
              <a:gd name="connsiteY7" fmla="*/ 56575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179327 w 1804234"/>
              <a:gd name="connsiteY6" fmla="*/ 154469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80441 w 1804234"/>
              <a:gd name="connsiteY5" fmla="*/ 1561437 h 1736331"/>
              <a:gd name="connsiteX6" fmla="*/ 1341887 w 1804234"/>
              <a:gd name="connsiteY6" fmla="*/ 148373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804234"/>
              <a:gd name="connsiteY0" fmla="*/ 370907 h 1736331"/>
              <a:gd name="connsiteX1" fmla="*/ 645227 w 1804234"/>
              <a:gd name="connsiteY1" fmla="*/ 0 h 1736331"/>
              <a:gd name="connsiteX2" fmla="*/ 1301247 w 1804234"/>
              <a:gd name="connsiteY2" fmla="*/ 71120 h 1736331"/>
              <a:gd name="connsiteX3" fmla="*/ 1631514 w 1804234"/>
              <a:gd name="connsiteY3" fmla="*/ 330267 h 1736331"/>
              <a:gd name="connsiteX4" fmla="*/ 1804234 w 1804234"/>
              <a:gd name="connsiteY4" fmla="*/ 1316025 h 1736331"/>
              <a:gd name="connsiteX5" fmla="*/ 1649961 w 1804234"/>
              <a:gd name="connsiteY5" fmla="*/ 1480157 h 1736331"/>
              <a:gd name="connsiteX6" fmla="*/ 1341887 w 1804234"/>
              <a:gd name="connsiteY6" fmla="*/ 1483732 h 1736331"/>
              <a:gd name="connsiteX7" fmla="*/ 1253721 w 1804234"/>
              <a:gd name="connsiteY7" fmla="*/ 443837 h 1736331"/>
              <a:gd name="connsiteX8" fmla="*/ 562841 w 1804234"/>
              <a:gd name="connsiteY8" fmla="*/ 443837 h 1736331"/>
              <a:gd name="connsiteX9" fmla="*/ 502987 w 1804234"/>
              <a:gd name="connsiteY9" fmla="*/ 1646292 h 1736331"/>
              <a:gd name="connsiteX10" fmla="*/ 95481 w 1804234"/>
              <a:gd name="connsiteY10" fmla="*/ 1663037 h 1736331"/>
              <a:gd name="connsiteX11" fmla="*/ 0 w 1804234"/>
              <a:gd name="connsiteY11" fmla="*/ 1316025 h 1736331"/>
              <a:gd name="connsiteX12" fmla="*/ 142240 w 1804234"/>
              <a:gd name="connsiteY12" fmla="*/ 370907 h 1736331"/>
              <a:gd name="connsiteX0" fmla="*/ 142240 w 1695797"/>
              <a:gd name="connsiteY0" fmla="*/ 370907 h 1736331"/>
              <a:gd name="connsiteX1" fmla="*/ 645227 w 1695797"/>
              <a:gd name="connsiteY1" fmla="*/ 0 h 1736331"/>
              <a:gd name="connsiteX2" fmla="*/ 1301247 w 1695797"/>
              <a:gd name="connsiteY2" fmla="*/ 71120 h 1736331"/>
              <a:gd name="connsiteX3" fmla="*/ 1631514 w 1695797"/>
              <a:gd name="connsiteY3" fmla="*/ 330267 h 1736331"/>
              <a:gd name="connsiteX4" fmla="*/ 1682314 w 1695797"/>
              <a:gd name="connsiteY4" fmla="*/ 1336345 h 1736331"/>
              <a:gd name="connsiteX5" fmla="*/ 1649961 w 1695797"/>
              <a:gd name="connsiteY5" fmla="*/ 1480157 h 1736331"/>
              <a:gd name="connsiteX6" fmla="*/ 1341887 w 1695797"/>
              <a:gd name="connsiteY6" fmla="*/ 1483732 h 1736331"/>
              <a:gd name="connsiteX7" fmla="*/ 1253721 w 1695797"/>
              <a:gd name="connsiteY7" fmla="*/ 443837 h 1736331"/>
              <a:gd name="connsiteX8" fmla="*/ 562841 w 1695797"/>
              <a:gd name="connsiteY8" fmla="*/ 443837 h 1736331"/>
              <a:gd name="connsiteX9" fmla="*/ 502987 w 1695797"/>
              <a:gd name="connsiteY9" fmla="*/ 1646292 h 1736331"/>
              <a:gd name="connsiteX10" fmla="*/ 95481 w 1695797"/>
              <a:gd name="connsiteY10" fmla="*/ 1663037 h 1736331"/>
              <a:gd name="connsiteX11" fmla="*/ 0 w 1695797"/>
              <a:gd name="connsiteY11" fmla="*/ 1316025 h 1736331"/>
              <a:gd name="connsiteX12" fmla="*/ 142240 w 1695797"/>
              <a:gd name="connsiteY12" fmla="*/ 370907 h 1736331"/>
              <a:gd name="connsiteX0" fmla="*/ 142240 w 1695797"/>
              <a:gd name="connsiteY0" fmla="*/ 370907 h 1689345"/>
              <a:gd name="connsiteX1" fmla="*/ 645227 w 1695797"/>
              <a:gd name="connsiteY1" fmla="*/ 0 h 1689345"/>
              <a:gd name="connsiteX2" fmla="*/ 1301247 w 1695797"/>
              <a:gd name="connsiteY2" fmla="*/ 71120 h 1689345"/>
              <a:gd name="connsiteX3" fmla="*/ 1631514 w 1695797"/>
              <a:gd name="connsiteY3" fmla="*/ 330267 h 1689345"/>
              <a:gd name="connsiteX4" fmla="*/ 1682314 w 1695797"/>
              <a:gd name="connsiteY4" fmla="*/ 1336345 h 1689345"/>
              <a:gd name="connsiteX5" fmla="*/ 1649961 w 1695797"/>
              <a:gd name="connsiteY5" fmla="*/ 1480157 h 1689345"/>
              <a:gd name="connsiteX6" fmla="*/ 1341887 w 1695797"/>
              <a:gd name="connsiteY6" fmla="*/ 1483732 h 1689345"/>
              <a:gd name="connsiteX7" fmla="*/ 1253721 w 1695797"/>
              <a:gd name="connsiteY7" fmla="*/ 443837 h 1689345"/>
              <a:gd name="connsiteX8" fmla="*/ 562841 w 1695797"/>
              <a:gd name="connsiteY8" fmla="*/ 443837 h 1689345"/>
              <a:gd name="connsiteX9" fmla="*/ 523307 w 1695797"/>
              <a:gd name="connsiteY9" fmla="*/ 1534532 h 1689345"/>
              <a:gd name="connsiteX10" fmla="*/ 95481 w 1695797"/>
              <a:gd name="connsiteY10" fmla="*/ 1663037 h 1689345"/>
              <a:gd name="connsiteX11" fmla="*/ 0 w 1695797"/>
              <a:gd name="connsiteY11" fmla="*/ 1316025 h 1689345"/>
              <a:gd name="connsiteX12" fmla="*/ 142240 w 1695797"/>
              <a:gd name="connsiteY12" fmla="*/ 370907 h 1689345"/>
              <a:gd name="connsiteX0" fmla="*/ 142240 w 1695797"/>
              <a:gd name="connsiteY0" fmla="*/ 370907 h 1610835"/>
              <a:gd name="connsiteX1" fmla="*/ 645227 w 1695797"/>
              <a:gd name="connsiteY1" fmla="*/ 0 h 1610835"/>
              <a:gd name="connsiteX2" fmla="*/ 1301247 w 1695797"/>
              <a:gd name="connsiteY2" fmla="*/ 71120 h 1610835"/>
              <a:gd name="connsiteX3" fmla="*/ 1631514 w 1695797"/>
              <a:gd name="connsiteY3" fmla="*/ 330267 h 1610835"/>
              <a:gd name="connsiteX4" fmla="*/ 1682314 w 1695797"/>
              <a:gd name="connsiteY4" fmla="*/ 1336345 h 1610835"/>
              <a:gd name="connsiteX5" fmla="*/ 1649961 w 1695797"/>
              <a:gd name="connsiteY5" fmla="*/ 1480157 h 1610835"/>
              <a:gd name="connsiteX6" fmla="*/ 1341887 w 1695797"/>
              <a:gd name="connsiteY6" fmla="*/ 1483732 h 1610835"/>
              <a:gd name="connsiteX7" fmla="*/ 1253721 w 1695797"/>
              <a:gd name="connsiteY7" fmla="*/ 443837 h 1610835"/>
              <a:gd name="connsiteX8" fmla="*/ 562841 w 1695797"/>
              <a:gd name="connsiteY8" fmla="*/ 443837 h 1610835"/>
              <a:gd name="connsiteX9" fmla="*/ 523307 w 1695797"/>
              <a:gd name="connsiteY9" fmla="*/ 1534532 h 1610835"/>
              <a:gd name="connsiteX10" fmla="*/ 176761 w 1695797"/>
              <a:gd name="connsiteY10" fmla="*/ 1510637 h 1610835"/>
              <a:gd name="connsiteX11" fmla="*/ 0 w 1695797"/>
              <a:gd name="connsiteY11" fmla="*/ 1316025 h 1610835"/>
              <a:gd name="connsiteX12" fmla="*/ 142240 w 1695797"/>
              <a:gd name="connsiteY12" fmla="*/ 370907 h 1610835"/>
              <a:gd name="connsiteX0" fmla="*/ 5833 w 1559390"/>
              <a:gd name="connsiteY0" fmla="*/ 370907 h 1610835"/>
              <a:gd name="connsiteX1" fmla="*/ 508820 w 1559390"/>
              <a:gd name="connsiteY1" fmla="*/ 0 h 1610835"/>
              <a:gd name="connsiteX2" fmla="*/ 1164840 w 1559390"/>
              <a:gd name="connsiteY2" fmla="*/ 71120 h 1610835"/>
              <a:gd name="connsiteX3" fmla="*/ 1495107 w 1559390"/>
              <a:gd name="connsiteY3" fmla="*/ 330267 h 1610835"/>
              <a:gd name="connsiteX4" fmla="*/ 1545907 w 1559390"/>
              <a:gd name="connsiteY4" fmla="*/ 1336345 h 1610835"/>
              <a:gd name="connsiteX5" fmla="*/ 1513554 w 1559390"/>
              <a:gd name="connsiteY5" fmla="*/ 1480157 h 1610835"/>
              <a:gd name="connsiteX6" fmla="*/ 1205480 w 1559390"/>
              <a:gd name="connsiteY6" fmla="*/ 1483732 h 1610835"/>
              <a:gd name="connsiteX7" fmla="*/ 1117314 w 1559390"/>
              <a:gd name="connsiteY7" fmla="*/ 443837 h 1610835"/>
              <a:gd name="connsiteX8" fmla="*/ 426434 w 1559390"/>
              <a:gd name="connsiteY8" fmla="*/ 443837 h 1610835"/>
              <a:gd name="connsiteX9" fmla="*/ 386900 w 1559390"/>
              <a:gd name="connsiteY9" fmla="*/ 1534532 h 1610835"/>
              <a:gd name="connsiteX10" fmla="*/ 40354 w 1559390"/>
              <a:gd name="connsiteY10" fmla="*/ 1510637 h 1610835"/>
              <a:gd name="connsiteX11" fmla="*/ 15993 w 1559390"/>
              <a:gd name="connsiteY11" fmla="*/ 1326185 h 1610835"/>
              <a:gd name="connsiteX12" fmla="*/ 5833 w 1559390"/>
              <a:gd name="connsiteY12" fmla="*/ 370907 h 1610835"/>
              <a:gd name="connsiteX0" fmla="*/ 20320 w 1573877"/>
              <a:gd name="connsiteY0" fmla="*/ 370907 h 1610835"/>
              <a:gd name="connsiteX1" fmla="*/ 523307 w 1573877"/>
              <a:gd name="connsiteY1" fmla="*/ 0 h 1610835"/>
              <a:gd name="connsiteX2" fmla="*/ 1179327 w 1573877"/>
              <a:gd name="connsiteY2" fmla="*/ 71120 h 1610835"/>
              <a:gd name="connsiteX3" fmla="*/ 1509594 w 1573877"/>
              <a:gd name="connsiteY3" fmla="*/ 330267 h 1610835"/>
              <a:gd name="connsiteX4" fmla="*/ 1560394 w 1573877"/>
              <a:gd name="connsiteY4" fmla="*/ 1336345 h 1610835"/>
              <a:gd name="connsiteX5" fmla="*/ 1528041 w 1573877"/>
              <a:gd name="connsiteY5" fmla="*/ 1480157 h 1610835"/>
              <a:gd name="connsiteX6" fmla="*/ 1219967 w 1573877"/>
              <a:gd name="connsiteY6" fmla="*/ 1483732 h 1610835"/>
              <a:gd name="connsiteX7" fmla="*/ 1131801 w 1573877"/>
              <a:gd name="connsiteY7" fmla="*/ 443837 h 1610835"/>
              <a:gd name="connsiteX8" fmla="*/ 440921 w 1573877"/>
              <a:gd name="connsiteY8" fmla="*/ 443837 h 1610835"/>
              <a:gd name="connsiteX9" fmla="*/ 401387 w 1573877"/>
              <a:gd name="connsiteY9" fmla="*/ 1534532 h 1610835"/>
              <a:gd name="connsiteX10" fmla="*/ 54841 w 1573877"/>
              <a:gd name="connsiteY10" fmla="*/ 1510637 h 1610835"/>
              <a:gd name="connsiteX11" fmla="*/ 0 w 1573877"/>
              <a:gd name="connsiteY11" fmla="*/ 1336345 h 1610835"/>
              <a:gd name="connsiteX12" fmla="*/ 20320 w 1573877"/>
              <a:gd name="connsiteY12" fmla="*/ 370907 h 1610835"/>
              <a:gd name="connsiteX0" fmla="*/ 20320 w 1573877"/>
              <a:gd name="connsiteY0" fmla="*/ 299787 h 1539715"/>
              <a:gd name="connsiteX1" fmla="*/ 513147 w 1573877"/>
              <a:gd name="connsiteY1" fmla="*/ 10160 h 1539715"/>
              <a:gd name="connsiteX2" fmla="*/ 1179327 w 1573877"/>
              <a:gd name="connsiteY2" fmla="*/ 0 h 1539715"/>
              <a:gd name="connsiteX3" fmla="*/ 1509594 w 1573877"/>
              <a:gd name="connsiteY3" fmla="*/ 259147 h 1539715"/>
              <a:gd name="connsiteX4" fmla="*/ 1560394 w 1573877"/>
              <a:gd name="connsiteY4" fmla="*/ 1265225 h 1539715"/>
              <a:gd name="connsiteX5" fmla="*/ 1528041 w 1573877"/>
              <a:gd name="connsiteY5" fmla="*/ 1409037 h 1539715"/>
              <a:gd name="connsiteX6" fmla="*/ 1219967 w 1573877"/>
              <a:gd name="connsiteY6" fmla="*/ 1412612 h 1539715"/>
              <a:gd name="connsiteX7" fmla="*/ 1131801 w 1573877"/>
              <a:gd name="connsiteY7" fmla="*/ 372717 h 1539715"/>
              <a:gd name="connsiteX8" fmla="*/ 440921 w 1573877"/>
              <a:gd name="connsiteY8" fmla="*/ 372717 h 1539715"/>
              <a:gd name="connsiteX9" fmla="*/ 401387 w 1573877"/>
              <a:gd name="connsiteY9" fmla="*/ 1463412 h 1539715"/>
              <a:gd name="connsiteX10" fmla="*/ 54841 w 1573877"/>
              <a:gd name="connsiteY10" fmla="*/ 1439517 h 1539715"/>
              <a:gd name="connsiteX11" fmla="*/ 0 w 1573877"/>
              <a:gd name="connsiteY11" fmla="*/ 1265225 h 1539715"/>
              <a:gd name="connsiteX12" fmla="*/ 20320 w 1573877"/>
              <a:gd name="connsiteY12" fmla="*/ 299787 h 1539715"/>
              <a:gd name="connsiteX0" fmla="*/ 20320 w 1573877"/>
              <a:gd name="connsiteY0" fmla="*/ 289627 h 1529555"/>
              <a:gd name="connsiteX1" fmla="*/ 513147 w 1573877"/>
              <a:gd name="connsiteY1" fmla="*/ 0 h 1529555"/>
              <a:gd name="connsiteX2" fmla="*/ 1108207 w 1573877"/>
              <a:gd name="connsiteY2" fmla="*/ 0 h 1529555"/>
              <a:gd name="connsiteX3" fmla="*/ 1509594 w 1573877"/>
              <a:gd name="connsiteY3" fmla="*/ 248987 h 1529555"/>
              <a:gd name="connsiteX4" fmla="*/ 1560394 w 1573877"/>
              <a:gd name="connsiteY4" fmla="*/ 1255065 h 1529555"/>
              <a:gd name="connsiteX5" fmla="*/ 1528041 w 1573877"/>
              <a:gd name="connsiteY5" fmla="*/ 1398877 h 1529555"/>
              <a:gd name="connsiteX6" fmla="*/ 1219967 w 1573877"/>
              <a:gd name="connsiteY6" fmla="*/ 1402452 h 1529555"/>
              <a:gd name="connsiteX7" fmla="*/ 1131801 w 1573877"/>
              <a:gd name="connsiteY7" fmla="*/ 362557 h 1529555"/>
              <a:gd name="connsiteX8" fmla="*/ 440921 w 1573877"/>
              <a:gd name="connsiteY8" fmla="*/ 362557 h 1529555"/>
              <a:gd name="connsiteX9" fmla="*/ 401387 w 1573877"/>
              <a:gd name="connsiteY9" fmla="*/ 1453252 h 1529555"/>
              <a:gd name="connsiteX10" fmla="*/ 54841 w 1573877"/>
              <a:gd name="connsiteY10" fmla="*/ 1429357 h 1529555"/>
              <a:gd name="connsiteX11" fmla="*/ 0 w 1573877"/>
              <a:gd name="connsiteY11" fmla="*/ 1255065 h 1529555"/>
              <a:gd name="connsiteX12" fmla="*/ 20320 w 1573877"/>
              <a:gd name="connsiteY12" fmla="*/ 289627 h 152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73877" h="1529555">
                <a:moveTo>
                  <a:pt x="20320" y="289627"/>
                </a:moveTo>
                <a:cubicBezTo>
                  <a:pt x="20320" y="140893"/>
                  <a:pt x="364413" y="0"/>
                  <a:pt x="513147" y="0"/>
                </a:cubicBezTo>
                <a:lnTo>
                  <a:pt x="1108207" y="0"/>
                </a:lnTo>
                <a:cubicBezTo>
                  <a:pt x="1256941" y="0"/>
                  <a:pt x="1509594" y="100253"/>
                  <a:pt x="1509594" y="248987"/>
                </a:cubicBezTo>
                <a:lnTo>
                  <a:pt x="1560394" y="1255065"/>
                </a:lnTo>
                <a:cubicBezTo>
                  <a:pt x="1541455" y="1458567"/>
                  <a:pt x="1620339" y="1343833"/>
                  <a:pt x="1528041" y="1398877"/>
                </a:cubicBezTo>
                <a:cubicBezTo>
                  <a:pt x="1435743" y="1453921"/>
                  <a:pt x="1331727" y="1551465"/>
                  <a:pt x="1219967" y="1402452"/>
                </a:cubicBezTo>
                <a:cubicBezTo>
                  <a:pt x="1057095" y="1282487"/>
                  <a:pt x="1200682" y="544339"/>
                  <a:pt x="1131801" y="362557"/>
                </a:cubicBezTo>
                <a:cubicBezTo>
                  <a:pt x="1062920" y="180775"/>
                  <a:pt x="494923" y="187548"/>
                  <a:pt x="440921" y="362557"/>
                </a:cubicBezTo>
                <a:cubicBezTo>
                  <a:pt x="312596" y="367135"/>
                  <a:pt x="529712" y="1448674"/>
                  <a:pt x="401387" y="1453252"/>
                </a:cubicBezTo>
                <a:cubicBezTo>
                  <a:pt x="298094" y="1610732"/>
                  <a:pt x="138672" y="1484402"/>
                  <a:pt x="54841" y="1429357"/>
                </a:cubicBezTo>
                <a:cubicBezTo>
                  <a:pt x="-28990" y="1374312"/>
                  <a:pt x="15914" y="1460260"/>
                  <a:pt x="0" y="1255065"/>
                </a:cubicBezTo>
                <a:lnTo>
                  <a:pt x="20320" y="289627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173C81-9716-E242-32BA-D67D7F3D087C}"/>
              </a:ext>
            </a:extLst>
          </p:cNvPr>
          <p:cNvCxnSpPr>
            <a:cxnSpLocks/>
          </p:cNvCxnSpPr>
          <p:nvPr/>
        </p:nvCxnSpPr>
        <p:spPr bwMode="gray">
          <a:xfrm flipV="1">
            <a:off x="8334700" y="238252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3459D09B-E01D-855D-F15D-70BE4FD059D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298400" y="237358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 Placeholder 53">
                <a:extLst>
                  <a:ext uri="{FF2B5EF4-FFF2-40B4-BE49-F238E27FC236}">
                    <a16:creationId xmlns:a16="http://schemas.microsoft.com/office/drawing/2014/main" id="{3459D09B-E01D-855D-F15D-70BE4FD05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98400" y="2373582"/>
                <a:ext cx="444398" cy="2006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80F32D-99A9-6988-4C6F-578BD6E7C470}"/>
              </a:ext>
            </a:extLst>
          </p:cNvPr>
          <p:cNvCxnSpPr>
            <a:cxnSpLocks/>
          </p:cNvCxnSpPr>
          <p:nvPr/>
        </p:nvCxnSpPr>
        <p:spPr bwMode="gray">
          <a:xfrm flipV="1">
            <a:off x="7212757" y="239742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28FE11BC-9017-EE5A-24D4-4FBC86F1174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0151" y="236672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 Placeholder 53">
                <a:extLst>
                  <a:ext uri="{FF2B5EF4-FFF2-40B4-BE49-F238E27FC236}">
                    <a16:creationId xmlns:a16="http://schemas.microsoft.com/office/drawing/2014/main" id="{28FE11BC-9017-EE5A-24D4-4FBC86F11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0151" y="2366722"/>
                <a:ext cx="444398" cy="2006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D39E93-4C4A-5852-2FEB-791ADA092108}"/>
              </a:ext>
            </a:extLst>
          </p:cNvPr>
          <p:cNvCxnSpPr>
            <a:cxnSpLocks/>
          </p:cNvCxnSpPr>
          <p:nvPr/>
        </p:nvCxnSpPr>
        <p:spPr bwMode="gray">
          <a:xfrm flipV="1">
            <a:off x="8388508" y="286209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940030E2-6E35-7CF9-10C7-E45E9FD31E0D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352208" y="2853149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 Placeholder 53">
                <a:extLst>
                  <a:ext uri="{FF2B5EF4-FFF2-40B4-BE49-F238E27FC236}">
                    <a16:creationId xmlns:a16="http://schemas.microsoft.com/office/drawing/2014/main" id="{940030E2-6E35-7CF9-10C7-E45E9FD3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52208" y="2853149"/>
                <a:ext cx="444398" cy="2006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2F0712-29F4-333F-80F9-69A5C889BBA5}"/>
              </a:ext>
            </a:extLst>
          </p:cNvPr>
          <p:cNvCxnSpPr>
            <a:cxnSpLocks/>
          </p:cNvCxnSpPr>
          <p:nvPr/>
        </p:nvCxnSpPr>
        <p:spPr bwMode="gray">
          <a:xfrm flipV="1">
            <a:off x="7241926" y="286904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3035100D-11AE-6BC2-6157-12495259401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99320" y="2838344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3035100D-11AE-6BC2-6157-12495259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99320" y="2838344"/>
                <a:ext cx="444398" cy="2006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6DF4BE-1286-7967-AEE3-F4487B29512B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851920" y="3348234"/>
            <a:ext cx="276966" cy="3948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86A25EE-FA65-7206-AA48-F8E4B95B4CA1}"/>
              </a:ext>
            </a:extLst>
          </p:cNvPr>
          <p:cNvSpPr txBox="1"/>
          <p:nvPr/>
        </p:nvSpPr>
        <p:spPr bwMode="gray">
          <a:xfrm>
            <a:off x="3699943" y="3604677"/>
            <a:ext cx="1702806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dirty="0">
                <a:solidFill>
                  <a:srgbClr val="C00000"/>
                </a:solidFill>
              </a:rPr>
              <a:t>Variance correction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of truncated Gaussian</a:t>
            </a:r>
            <a:endParaRPr lang="en-DE" sz="1050" dirty="0">
              <a:solidFill>
                <a:srgbClr val="C0000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B8F0C27-F6FD-A18A-9EAA-E4F524E595F8}"/>
              </a:ext>
            </a:extLst>
          </p:cNvPr>
          <p:cNvSpPr/>
          <p:nvPr/>
        </p:nvSpPr>
        <p:spPr bwMode="gray">
          <a:xfrm>
            <a:off x="3025191" y="3383787"/>
            <a:ext cx="565773" cy="44178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5587F5-2FDE-0D4B-F791-E17C8D9DA411}"/>
              </a:ext>
            </a:extLst>
          </p:cNvPr>
          <p:cNvSpPr/>
          <p:nvPr/>
        </p:nvSpPr>
        <p:spPr bwMode="gray">
          <a:xfrm>
            <a:off x="5276309" y="2881333"/>
            <a:ext cx="609145" cy="4575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D6E892-A211-F852-1540-0A94D2E0869D}"/>
              </a:ext>
            </a:extLst>
          </p:cNvPr>
          <p:cNvCxnSpPr>
            <a:cxnSpLocks/>
          </p:cNvCxnSpPr>
          <p:nvPr/>
        </p:nvCxnSpPr>
        <p:spPr bwMode="gray">
          <a:xfrm flipV="1">
            <a:off x="4818958" y="3222155"/>
            <a:ext cx="457351" cy="3825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9F4F8AD-A622-311B-A404-7F0D64466A39}"/>
              </a:ext>
            </a:extLst>
          </p:cNvPr>
          <p:cNvSpPr/>
          <p:nvPr/>
        </p:nvSpPr>
        <p:spPr bwMode="gray">
          <a:xfrm>
            <a:off x="3370797" y="2887345"/>
            <a:ext cx="597870" cy="4575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175ECB6-BF87-4336-1FA1-814C429DE130}"/>
              </a:ext>
            </a:extLst>
          </p:cNvPr>
          <p:cNvSpPr/>
          <p:nvPr/>
        </p:nvSpPr>
        <p:spPr bwMode="gray">
          <a:xfrm>
            <a:off x="5580633" y="3377919"/>
            <a:ext cx="609145" cy="4575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DA7D33-A94B-671F-9DF0-3AB4D6288DEB}"/>
              </a:ext>
            </a:extLst>
          </p:cNvPr>
          <p:cNvCxnSpPr>
            <a:cxnSpLocks/>
          </p:cNvCxnSpPr>
          <p:nvPr/>
        </p:nvCxnSpPr>
        <p:spPr bwMode="gray">
          <a:xfrm flipV="1">
            <a:off x="5227001" y="3759107"/>
            <a:ext cx="353632" cy="763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19E8D62-6492-28AC-0525-FDF175FE76A8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552514" y="3759107"/>
            <a:ext cx="276740" cy="1445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F4CFD33-F0A6-201A-4C1E-7AB60844D6CD}"/>
              </a:ext>
            </a:extLst>
          </p:cNvPr>
          <p:cNvSpPr txBox="1"/>
          <p:nvPr/>
        </p:nvSpPr>
        <p:spPr bwMode="gray">
          <a:xfrm>
            <a:off x="345203" y="2556386"/>
            <a:ext cx="1702806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dirty="0">
                <a:solidFill>
                  <a:srgbClr val="C00000"/>
                </a:solidFill>
              </a:rPr>
              <a:t>Mean correction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of truncated Gaussian</a:t>
            </a:r>
            <a:endParaRPr lang="en-DE" sz="1050" dirty="0">
              <a:solidFill>
                <a:srgbClr val="C00000"/>
              </a:solidFill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5A0939EC-755C-0679-86C5-55F7C76EB26F}"/>
              </a:ext>
            </a:extLst>
          </p:cNvPr>
          <p:cNvSpPr/>
          <p:nvPr/>
        </p:nvSpPr>
        <p:spPr bwMode="gray">
          <a:xfrm>
            <a:off x="2318296" y="2890670"/>
            <a:ext cx="547207" cy="4575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49E2E90-107F-859B-B38D-438881C8750C}"/>
              </a:ext>
            </a:extLst>
          </p:cNvPr>
          <p:cNvCxnSpPr>
            <a:cxnSpLocks/>
          </p:cNvCxnSpPr>
          <p:nvPr/>
        </p:nvCxnSpPr>
        <p:spPr bwMode="gray">
          <a:xfrm>
            <a:off x="1824422" y="2836003"/>
            <a:ext cx="443322" cy="1026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274F51-332D-15EC-0116-4F4533DAA8CD}"/>
              </a:ext>
            </a:extLst>
          </p:cNvPr>
          <p:cNvSpPr txBox="1"/>
          <p:nvPr/>
        </p:nvSpPr>
        <p:spPr bwMode="gray">
          <a:xfrm>
            <a:off x="8606790" y="369189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4942955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2" grpId="0" animBg="1"/>
      <p:bldP spid="15" grpId="0"/>
      <p:bldP spid="16" grpId="0" animBg="1"/>
      <p:bldP spid="22" grpId="0"/>
      <p:bldP spid="23" grpId="0"/>
      <p:bldP spid="35" grpId="0"/>
      <p:bldP spid="36" grpId="0"/>
      <p:bldP spid="46" grpId="0" animBg="1"/>
      <p:bldP spid="49" grpId="0" animBg="1"/>
      <p:bldP spid="57" grpId="0"/>
      <p:bldP spid="67" grpId="0"/>
      <p:bldP spid="68" grpId="0"/>
      <p:bldP spid="69" grpId="0" animBg="1"/>
      <p:bldP spid="70" grpId="0"/>
      <p:bldP spid="25" grpId="0"/>
      <p:bldP spid="29" grpId="0"/>
      <p:bldP spid="31" grpId="0"/>
      <p:bldP spid="34" grpId="0"/>
      <p:bldP spid="41" grpId="0"/>
      <p:bldP spid="42" grpId="0" animBg="1"/>
      <p:bldP spid="43" grpId="0" animBg="1"/>
      <p:bldP spid="47" grpId="0" animBg="1"/>
      <p:bldP spid="48" grpId="0" animBg="1"/>
      <p:bldP spid="74" grpId="0"/>
      <p:bldP spid="7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292532-F5FF-D3DA-6AF0-DB372DD62D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Linear Classification: Putting It all Together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C1DCED-19E7-F7C5-BCBD-08FA98CC2A92}"/>
                  </a:ext>
                </a:extLst>
              </p:cNvPr>
              <p:cNvSpPr txBox="1"/>
              <p:nvPr/>
            </p:nvSpPr>
            <p:spPr bwMode="gray">
              <a:xfrm>
                <a:off x="179512" y="1243789"/>
                <a:ext cx="7309568" cy="354728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tIns="144000" bIns="144000">
                <a:spAutoFit/>
              </a:bodyPr>
              <a:lstStyle/>
              <a:p>
                <a:r>
                  <a:rPr lang="en-US" sz="1400" b="1" dirty="0"/>
                  <a:t>Given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 training examples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−1,+1</m:t>
                        </m:r>
                      </m:e>
                    </m:d>
                  </m:oMath>
                </a14:m>
                <a:r>
                  <a:rPr lang="en-US" sz="1400" b="0" dirty="0"/>
                  <a:t> and feature map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sz="1400" b="0" dirty="0"/>
              </a:p>
              <a:p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b="1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b="1" dirty="0"/>
                  <a:t>Repeat until </a:t>
                </a:r>
                <a:r>
                  <a:rPr lang="en-US" sz="1400" dirty="0"/>
                  <a:t>maximum change component-wise in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and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400" dirty="0"/>
                  <a:t> is small (e.g.,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1400" b="0" dirty="0"/>
                  <a:t>)</a:t>
                </a:r>
              </a:p>
              <a:p>
                <a:pPr lvl="1"/>
                <a:r>
                  <a:rPr lang="en-US" sz="1400" b="1" dirty="0"/>
                  <a:t>For all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400" b="0" dirty="0"/>
              </a:p>
              <a:p>
                <a:pPr lvl="1"/>
                <a:r>
                  <a:rPr lang="en-US" sz="1400" dirty="0"/>
                  <a:t>	</a:t>
                </a:r>
                <a:r>
                  <a:rPr lang="en-US" sz="1400" b="1" dirty="0"/>
                  <a:t>Step 1</a:t>
                </a:r>
                <a:r>
                  <a:rPr lang="en-US" sz="1400" dirty="0"/>
                  <a:t>: Compute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𝜮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br>
                  <a:rPr lang="en-US" sz="1400" dirty="0"/>
                </a:br>
                <a:r>
                  <a:rPr lang="en-US" sz="1400" dirty="0"/>
                  <a:t>	</a:t>
                </a:r>
                <a:r>
                  <a:rPr lang="en-US" sz="1400" b="1" dirty="0"/>
                  <a:t>Step 2</a:t>
                </a:r>
                <a:r>
                  <a:rPr lang="en-US" sz="1400" dirty="0"/>
                  <a:t>: Compute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	</a:t>
                </a:r>
                <a:br>
                  <a:rPr lang="en-US" sz="1400" dirty="0"/>
                </a:br>
                <a:r>
                  <a:rPr lang="en-US" sz="1400" dirty="0"/>
                  <a:t>  	</a:t>
                </a:r>
                <a:r>
                  <a:rPr lang="en-US" sz="1400" b="1" dirty="0"/>
                  <a:t>Step 3</a:t>
                </a:r>
                <a:r>
                  <a:rPr lang="en-US" sz="1400" dirty="0"/>
                  <a:t>: Compute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400" b="0" dirty="0"/>
                  <a:t> for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400" b="0" dirty="0"/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/>
                  <a:t> </a:t>
                </a:r>
                <a:endParaRPr lang="en-US" sz="1400" b="0" dirty="0"/>
              </a:p>
              <a:p>
                <a:pPr lvl="1"/>
                <a:r>
                  <a:rPr lang="en-US" sz="1400" dirty="0"/>
                  <a:t>	              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400" b="0" dirty="0"/>
              </a:p>
              <a:p>
                <a:pPr lvl="1"/>
                <a:r>
                  <a:rPr lang="en-US" sz="1400" dirty="0"/>
                  <a:t>	</a:t>
                </a:r>
                <a:r>
                  <a:rPr lang="en-US" sz="1400" b="1" dirty="0"/>
                  <a:t>Step 4</a:t>
                </a:r>
                <a:r>
                  <a:rPr lang="en-US" sz="1400" dirty="0"/>
                  <a:t>: Compute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b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1400" b="0" dirty="0"/>
              </a:p>
              <a:p>
                <a:pPr lvl="1"/>
                <a:r>
                  <a:rPr lang="en-US" sz="1400" dirty="0"/>
                  <a:t> 	              Update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b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𝒛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new</m:t>
                                </m:r>
                              </m:sup>
                            </m:sSub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new</m:t>
                                </m:r>
                              </m:sup>
                            </m:sSub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br>
                  <a:rPr lang="en-US" sz="1400" b="1" dirty="0"/>
                </a:br>
                <a:r>
                  <a:rPr lang="en-US" sz="1400" dirty="0"/>
                  <a:t> 	             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</m:oMath>
                </a14:m>
                <a:endParaRPr lang="en-US" sz="1400" dirty="0"/>
              </a:p>
              <a:p>
                <a:pPr lvl="1"/>
                <a:r>
                  <a:rPr lang="en-US" sz="1400" b="1" dirty="0"/>
                  <a:t>End For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C1DCED-19E7-F7C5-BCBD-08FA98CC2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9512" y="1243789"/>
                <a:ext cx="7309568" cy="3547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2CC77FA8-AD12-ACF3-DCF1-686738775491}"/>
              </a:ext>
            </a:extLst>
          </p:cNvPr>
          <p:cNvSpPr txBox="1"/>
          <p:nvPr/>
        </p:nvSpPr>
        <p:spPr bwMode="gray">
          <a:xfrm>
            <a:off x="-4746171" y="120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 err="1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F46A62-DEEE-874B-7167-53F21487C287}"/>
              </a:ext>
            </a:extLst>
          </p:cNvPr>
          <p:cNvSpPr/>
          <p:nvPr/>
        </p:nvSpPr>
        <p:spPr bwMode="gray">
          <a:xfrm>
            <a:off x="2555776" y="2672089"/>
            <a:ext cx="4740379" cy="117346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77A215-85F7-DBAA-31C1-EFEE0593732B}"/>
              </a:ext>
            </a:extLst>
          </p:cNvPr>
          <p:cNvSpPr txBox="1"/>
          <p:nvPr/>
        </p:nvSpPr>
        <p:spPr bwMode="gray">
          <a:xfrm>
            <a:off x="7550348" y="1640906"/>
            <a:ext cx="1486148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dirty="0">
                <a:solidFill>
                  <a:srgbClr val="C00000"/>
                </a:solidFill>
              </a:rPr>
              <a:t>Majority of algorithm is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additions, 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multiplication,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and division of scalars!</a:t>
            </a:r>
            <a:endParaRPr lang="en-DE" sz="1050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EB7436-DFDC-F2FF-5840-D71204DF8731}"/>
              </a:ext>
            </a:extLst>
          </p:cNvPr>
          <p:cNvCxnSpPr>
            <a:cxnSpLocks/>
            <a:stCxn id="17" idx="1"/>
          </p:cNvCxnSpPr>
          <p:nvPr/>
        </p:nvCxnSpPr>
        <p:spPr bwMode="gray">
          <a:xfrm flipH="1">
            <a:off x="7235826" y="1975190"/>
            <a:ext cx="314522" cy="6685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AF5A95-7A59-2CD1-A9B1-5C7D58A12A9B}"/>
              </a:ext>
            </a:extLst>
          </p:cNvPr>
          <p:cNvSpPr/>
          <p:nvPr/>
        </p:nvSpPr>
        <p:spPr bwMode="gray">
          <a:xfrm>
            <a:off x="2480658" y="3858259"/>
            <a:ext cx="4740379" cy="32642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6F415-45DA-78FE-8B19-1455EC7905E2}"/>
              </a:ext>
            </a:extLst>
          </p:cNvPr>
          <p:cNvSpPr txBox="1"/>
          <p:nvPr/>
        </p:nvSpPr>
        <p:spPr bwMode="gray">
          <a:xfrm>
            <a:off x="7489080" y="2970814"/>
            <a:ext cx="1600014" cy="6685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dirty="0">
                <a:solidFill>
                  <a:srgbClr val="C00000"/>
                </a:solidFill>
              </a:rPr>
              <a:t>Algorithm requires </a:t>
            </a:r>
            <a:r>
              <a:rPr lang="en-US" sz="1050" b="1" dirty="0">
                <a:solidFill>
                  <a:srgbClr val="C00000"/>
                </a:solidFill>
              </a:rPr>
              <a:t>no</a:t>
            </a:r>
            <a:r>
              <a:rPr lang="en-US" sz="1050" dirty="0">
                <a:solidFill>
                  <a:srgbClr val="C00000"/>
                </a:solidFill>
              </a:rPr>
              <a:t> 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matrix inverses – just </a:t>
            </a:r>
            <a:br>
              <a:rPr lang="en-US" sz="1050" dirty="0">
                <a:solidFill>
                  <a:srgbClr val="C00000"/>
                </a:solidFill>
              </a:rPr>
            </a:br>
            <a:r>
              <a:rPr lang="en-US" sz="1050" dirty="0">
                <a:solidFill>
                  <a:srgbClr val="C00000"/>
                </a:solidFill>
              </a:rPr>
              <a:t>matrix products!</a:t>
            </a:r>
            <a:endParaRPr lang="en-DE" sz="1050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99C06F-0605-9E57-AA3B-122CF8F65068}"/>
              </a:ext>
            </a:extLst>
          </p:cNvPr>
          <p:cNvCxnSpPr>
            <a:cxnSpLocks/>
            <a:stCxn id="22" idx="2"/>
            <a:endCxn id="21" idx="3"/>
          </p:cNvCxnSpPr>
          <p:nvPr/>
        </p:nvCxnSpPr>
        <p:spPr bwMode="gray">
          <a:xfrm flipH="1">
            <a:off x="7221037" y="3639382"/>
            <a:ext cx="1068050" cy="3820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55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6" grpId="0" animBg="1"/>
      <p:bldP spid="17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Posterior</a:t>
                </a:r>
                <a:r>
                  <a:rPr lang="en-DE" dirty="0"/>
                  <a:t>: </a:t>
                </a:r>
                <a:r>
                  <a:rPr lang="en-US" dirty="0"/>
                  <a:t>In terms of the parameters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US" dirty="0"/>
                  <a:t>, it can be written as</a:t>
                </a:r>
                <a:endParaRPr lang="en-DE" sz="1200" dirty="0"/>
              </a:p>
              <a:p>
                <a:pPr lvl="1"/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Data model for prediction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dirty="0"/>
                  <a:t>Prediction at new test point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is </a:t>
                </a:r>
                <a:br>
                  <a:rPr lang="en-US" sz="1200" dirty="0"/>
                </a:br>
                <a:r>
                  <a:rPr lang="en-US" sz="1200" dirty="0"/>
                  <a:t>proportional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Posterior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is the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br>
                  <a:rPr lang="en-US" sz="1200" dirty="0"/>
                </a:br>
                <a:r>
                  <a:rPr lang="en-US" sz="1200" dirty="0"/>
                  <a:t>to the Gaussian noise projection factor</a:t>
                </a:r>
                <a:br>
                  <a:rPr lang="en-US" sz="1200" dirty="0"/>
                </a:br>
                <a:r>
                  <a:rPr lang="en-US" sz="1200" dirty="0"/>
                  <a:t>at the test point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To avoid recomputing this </a:t>
                </a:r>
                <a:br>
                  <a:rPr lang="en-US" sz="1200" dirty="0"/>
                </a:br>
                <a:r>
                  <a:rPr lang="en-US" sz="1200" dirty="0"/>
                  <a:t>message for every test point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1200" dirty="0"/>
                </a:br>
                <a:r>
                  <a:rPr lang="en-US" sz="1200" dirty="0"/>
                  <a:t>we simply store the message 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as the “model”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 b="-780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Classification: Training &amp; Prediction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36" idx="6"/>
            <a:endCxn id="49" idx="1"/>
          </p:cNvCxnSpPr>
          <p:nvPr/>
        </p:nvCxnSpPr>
        <p:spPr bwMode="gray">
          <a:xfrm>
            <a:off x="4837849" y="3498030"/>
            <a:ext cx="1719250" cy="8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6512098" y="38059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2098" y="380597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6557099" y="343584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6620098" y="3561845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6658590" y="3334252"/>
                <a:ext cx="93774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590" y="3334252"/>
                <a:ext cx="937746" cy="231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6505615" y="362080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8F6DE4-0D8D-41AB-05C1-601984D7F4BB}"/>
              </a:ext>
            </a:extLst>
          </p:cNvPr>
          <p:cNvCxnSpPr>
            <a:cxnSpLocks/>
          </p:cNvCxnSpPr>
          <p:nvPr/>
        </p:nvCxnSpPr>
        <p:spPr bwMode="gray">
          <a:xfrm flipV="1">
            <a:off x="4920333" y="3416807"/>
            <a:ext cx="1577697" cy="36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439947" y="316599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9947" y="3165990"/>
                <a:ext cx="515053" cy="200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084168" y="3579862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84168" y="3579862"/>
                <a:ext cx="444398" cy="200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2CC77FA8-AD12-ACF3-DCF1-686738775491}"/>
              </a:ext>
            </a:extLst>
          </p:cNvPr>
          <p:cNvSpPr txBox="1"/>
          <p:nvPr/>
        </p:nvSpPr>
        <p:spPr bwMode="gray">
          <a:xfrm>
            <a:off x="-4746171" y="120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68E14B-11BE-11BB-5CF9-384ACA265E48}"/>
                  </a:ext>
                </a:extLst>
              </p:cNvPr>
              <p:cNvSpPr txBox="1"/>
              <p:nvPr/>
            </p:nvSpPr>
            <p:spPr bwMode="gray">
              <a:xfrm>
                <a:off x="1382573" y="1784477"/>
                <a:ext cx="50833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68E14B-11BE-11BB-5CF9-384ACA265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82573" y="1784477"/>
                <a:ext cx="5083304" cy="307777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87F60BF-198E-1B0A-0D3D-649526748CA1}"/>
                  </a:ext>
                </a:extLst>
              </p:cNvPr>
              <p:cNvSpPr/>
              <p:nvPr/>
            </p:nvSpPr>
            <p:spPr bwMode="gray">
              <a:xfrm>
                <a:off x="4621849" y="339003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87F60BF-198E-1B0A-0D3D-649526748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21849" y="3390030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112BED-D7C6-3371-FB24-618E464BD630}"/>
              </a:ext>
            </a:extLst>
          </p:cNvPr>
          <p:cNvCxnSpPr>
            <a:cxnSpLocks/>
            <a:stCxn id="36" idx="4"/>
            <a:endCxn id="43" idx="0"/>
          </p:cNvCxnSpPr>
          <p:nvPr/>
        </p:nvCxnSpPr>
        <p:spPr bwMode="gray">
          <a:xfrm>
            <a:off x="4729849" y="3606030"/>
            <a:ext cx="564741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23C8AB0-AC6E-8DB7-0382-85383A9481E6}"/>
                  </a:ext>
                </a:extLst>
              </p:cNvPr>
              <p:cNvSpPr/>
              <p:nvPr/>
            </p:nvSpPr>
            <p:spPr bwMode="gray">
              <a:xfrm>
                <a:off x="5186589" y="42855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23C8AB0-AC6E-8DB7-0382-85383A948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6589" y="4285507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9FEBF053-F6AE-0530-AECD-ACA12F3A6857}"/>
              </a:ext>
            </a:extLst>
          </p:cNvPr>
          <p:cNvSpPr/>
          <p:nvPr/>
        </p:nvSpPr>
        <p:spPr bwMode="gray">
          <a:xfrm>
            <a:off x="5231590" y="381723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CA904C-A240-4138-21D1-1908A1490F3B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 bwMode="gray">
          <a:xfrm flipH="1">
            <a:off x="5294589" y="3943231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172D011-717B-72F6-51CA-9EBD64E66EE4}"/>
              </a:ext>
            </a:extLst>
          </p:cNvPr>
          <p:cNvSpPr/>
          <p:nvPr/>
        </p:nvSpPr>
        <p:spPr bwMode="gray">
          <a:xfrm>
            <a:off x="4666849" y="29476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0EB8D5-7172-C92E-B3D1-B3D243F370F8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 bwMode="gray">
          <a:xfrm>
            <a:off x="4729849" y="3073662"/>
            <a:ext cx="0" cy="31636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FFAF6F-6D4F-5BB9-F9A9-7816C6CDD8E9}"/>
                  </a:ext>
                </a:extLst>
              </p:cNvPr>
              <p:cNvSpPr txBox="1"/>
              <p:nvPr/>
            </p:nvSpPr>
            <p:spPr bwMode="gray">
              <a:xfrm>
                <a:off x="4323605" y="2738892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FFAF6F-6D4F-5BB9-F9A9-7816C6CD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605" y="2738892"/>
                <a:ext cx="812485" cy="2168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E0D7EFC6-B477-B1D0-ABB6-AE89B7738C04}"/>
              </a:ext>
            </a:extLst>
          </p:cNvPr>
          <p:cNvSpPr/>
          <p:nvPr/>
        </p:nvSpPr>
        <p:spPr bwMode="gray">
          <a:xfrm>
            <a:off x="5230996" y="4691762"/>
            <a:ext cx="125999" cy="125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993D1D-2CDC-0326-AC23-26855863D73F}"/>
              </a:ext>
            </a:extLst>
          </p:cNvPr>
          <p:cNvCxnSpPr>
            <a:cxnSpLocks/>
            <a:stCxn id="58" idx="0"/>
            <a:endCxn id="39" idx="4"/>
          </p:cNvCxnSpPr>
          <p:nvPr/>
        </p:nvCxnSpPr>
        <p:spPr bwMode="gray">
          <a:xfrm flipV="1">
            <a:off x="5293996" y="4501507"/>
            <a:ext cx="593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065C47-C86F-4A42-ECC5-9EFEC011DD97}"/>
                  </a:ext>
                </a:extLst>
              </p:cNvPr>
              <p:cNvSpPr txBox="1"/>
              <p:nvPr/>
            </p:nvSpPr>
            <p:spPr bwMode="gray">
              <a:xfrm>
                <a:off x="4879272" y="483987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065C47-C86F-4A42-ECC5-9EFEC011D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79272" y="4839874"/>
                <a:ext cx="812485" cy="2154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0EB91F-F5FB-673D-2DE3-625EE7BFA9B0}"/>
                  </a:ext>
                </a:extLst>
              </p:cNvPr>
              <p:cNvSpPr txBox="1"/>
              <p:nvPr/>
            </p:nvSpPr>
            <p:spPr bwMode="gray">
              <a:xfrm>
                <a:off x="5218206" y="3779145"/>
                <a:ext cx="1146780" cy="202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30EB91F-F5FB-673D-2DE3-625EE7BFA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18206" y="3779145"/>
                <a:ext cx="1146780" cy="2028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DA4FB2-F28E-6773-5C49-C37D6D956B87}"/>
              </a:ext>
            </a:extLst>
          </p:cNvPr>
          <p:cNvCxnSpPr>
            <a:cxnSpLocks/>
          </p:cNvCxnSpPr>
          <p:nvPr/>
        </p:nvCxnSpPr>
        <p:spPr bwMode="gray">
          <a:xfrm flipV="1">
            <a:off x="5184631" y="446246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2EBC753-7CF4-27EE-C110-1D5246ED18D4}"/>
              </a:ext>
            </a:extLst>
          </p:cNvPr>
          <p:cNvCxnSpPr>
            <a:cxnSpLocks/>
          </p:cNvCxnSpPr>
          <p:nvPr/>
        </p:nvCxnSpPr>
        <p:spPr bwMode="gray">
          <a:xfrm flipV="1">
            <a:off x="5184120" y="399657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D202D3-5BD4-B8D5-D662-17BCF1B92EB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78793" y="3556367"/>
            <a:ext cx="415202" cy="17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154F71-C8E0-DC34-9152-E3FB0D852D8F}"/>
              </a:ext>
            </a:extLst>
          </p:cNvPr>
          <p:cNvCxnSpPr>
            <a:cxnSpLocks/>
          </p:cNvCxnSpPr>
          <p:nvPr/>
        </p:nvCxnSpPr>
        <p:spPr bwMode="gray">
          <a:xfrm>
            <a:off x="4621849" y="3077042"/>
            <a:ext cx="0" cy="3129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50B89147-4F05-EE4F-7009-D7D5423DB88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682533" y="4501507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 Placeholder 53">
                <a:extLst>
                  <a:ext uri="{FF2B5EF4-FFF2-40B4-BE49-F238E27FC236}">
                    <a16:creationId xmlns:a16="http://schemas.microsoft.com/office/drawing/2014/main" id="{50B89147-4F05-EE4F-7009-D7D5423D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2533" y="4501507"/>
                <a:ext cx="444398" cy="2006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7C2AC136-6E19-D469-0028-FC8DE32DA78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670183" y="400515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 Placeholder 53">
                <a:extLst>
                  <a:ext uri="{FF2B5EF4-FFF2-40B4-BE49-F238E27FC236}">
                    <a16:creationId xmlns:a16="http://schemas.microsoft.com/office/drawing/2014/main" id="{7C2AC136-6E19-D469-0028-FC8DE32DA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0183" y="4005155"/>
                <a:ext cx="444398" cy="2006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B36DFBF6-A8E6-7917-07CA-4EC1704E9A6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043787" y="3080200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 Placeholder 53">
                <a:extLst>
                  <a:ext uri="{FF2B5EF4-FFF2-40B4-BE49-F238E27FC236}">
                    <a16:creationId xmlns:a16="http://schemas.microsoft.com/office/drawing/2014/main" id="{B36DFBF6-A8E6-7917-07CA-4EC1704E9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43787" y="3080200"/>
                <a:ext cx="515053" cy="2006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Placeholder 53">
                <a:extLst>
                  <a:ext uri="{FF2B5EF4-FFF2-40B4-BE49-F238E27FC236}">
                    <a16:creationId xmlns:a16="http://schemas.microsoft.com/office/drawing/2014/main" id="{040AA510-8EBA-DFA8-1F33-E02B96B9857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032688" y="3457192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 Placeholder 53">
                <a:extLst>
                  <a:ext uri="{FF2B5EF4-FFF2-40B4-BE49-F238E27FC236}">
                    <a16:creationId xmlns:a16="http://schemas.microsoft.com/office/drawing/2014/main" id="{040AA510-8EBA-DFA8-1F33-E02B96B98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32688" y="3457192"/>
                <a:ext cx="515053" cy="2006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23A29C9-0475-21EB-AC12-CCC3DAEA51CF}"/>
              </a:ext>
            </a:extLst>
          </p:cNvPr>
          <p:cNvCxnSpPr>
            <a:cxnSpLocks/>
            <a:stCxn id="36" idx="4"/>
            <a:endCxn id="78" idx="0"/>
          </p:cNvCxnSpPr>
          <p:nvPr/>
        </p:nvCxnSpPr>
        <p:spPr bwMode="gray">
          <a:xfrm flipH="1">
            <a:off x="4151705" y="3606030"/>
            <a:ext cx="578144" cy="21120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221ED28-6283-B5C6-E232-C8863F1DD33B}"/>
                  </a:ext>
                </a:extLst>
              </p:cNvPr>
              <p:cNvSpPr/>
              <p:nvPr/>
            </p:nvSpPr>
            <p:spPr bwMode="gray">
              <a:xfrm>
                <a:off x="4043704" y="42855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221ED28-6283-B5C6-E232-C8863F1DD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43704" y="4285507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8104F65B-2851-1352-B460-87832F65CE9E}"/>
              </a:ext>
            </a:extLst>
          </p:cNvPr>
          <p:cNvSpPr/>
          <p:nvPr/>
        </p:nvSpPr>
        <p:spPr bwMode="gray">
          <a:xfrm>
            <a:off x="4088705" y="381723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BD63C06-8412-1C98-A5BC-4085304C4B3F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 bwMode="gray">
          <a:xfrm flipH="1">
            <a:off x="4151704" y="3943231"/>
            <a:ext cx="1" cy="3422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DA67671-1530-EB92-78C5-E78104464971}"/>
              </a:ext>
            </a:extLst>
          </p:cNvPr>
          <p:cNvCxnSpPr>
            <a:cxnSpLocks/>
            <a:stCxn id="88" idx="0"/>
            <a:endCxn id="77" idx="4"/>
          </p:cNvCxnSpPr>
          <p:nvPr/>
        </p:nvCxnSpPr>
        <p:spPr bwMode="gray">
          <a:xfrm flipV="1">
            <a:off x="4150402" y="4501507"/>
            <a:ext cx="1302" cy="1902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F577B4-608D-47F6-E168-11480B6A2309}"/>
                  </a:ext>
                </a:extLst>
              </p:cNvPr>
              <p:cNvSpPr txBox="1"/>
              <p:nvPr/>
            </p:nvSpPr>
            <p:spPr bwMode="gray">
              <a:xfrm>
                <a:off x="4071412" y="3766924"/>
                <a:ext cx="1052179" cy="212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F577B4-608D-47F6-E168-11480B6A2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71412" y="3766924"/>
                <a:ext cx="1052179" cy="21262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C652FD7-F9F9-92A8-881E-CE8DC5664F4A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1746" y="446246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69332AF-CD02-E046-5620-D0B8063F4C59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1235" y="399657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3183013-256B-755E-29F3-99CDA2F4F879}"/>
              </a:ext>
            </a:extLst>
          </p:cNvPr>
          <p:cNvCxnSpPr>
            <a:cxnSpLocks/>
          </p:cNvCxnSpPr>
          <p:nvPr/>
        </p:nvCxnSpPr>
        <p:spPr bwMode="gray">
          <a:xfrm flipV="1">
            <a:off x="4057936" y="3563152"/>
            <a:ext cx="522127" cy="2046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58B0B3-D2AC-B35F-E168-109EA88107E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888691" y="347252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EB58B0B3-D2AC-B35F-E168-109EA8810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88691" y="3472528"/>
                <a:ext cx="515053" cy="2006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8E6249DD-94F5-9E36-3E25-4E791951BA5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92177" y="4501507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 Placeholder 53">
                <a:extLst>
                  <a:ext uri="{FF2B5EF4-FFF2-40B4-BE49-F238E27FC236}">
                    <a16:creationId xmlns:a16="http://schemas.microsoft.com/office/drawing/2014/main" id="{8E6249DD-94F5-9E36-3E25-4E791951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92177" y="4501507"/>
                <a:ext cx="444398" cy="2006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 Placeholder 53">
                <a:extLst>
                  <a:ext uri="{FF2B5EF4-FFF2-40B4-BE49-F238E27FC236}">
                    <a16:creationId xmlns:a16="http://schemas.microsoft.com/office/drawing/2014/main" id="{E45445D4-D798-882C-CE0C-117FD142E94E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79827" y="4005155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 Placeholder 53">
                <a:extLst>
                  <a:ext uri="{FF2B5EF4-FFF2-40B4-BE49-F238E27FC236}">
                    <a16:creationId xmlns:a16="http://schemas.microsoft.com/office/drawing/2014/main" id="{E45445D4-D798-882C-CE0C-117FD142E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79827" y="4005155"/>
                <a:ext cx="444398" cy="2006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95B136E2-F56E-6DB2-8739-D5E1F171F068}"/>
              </a:ext>
            </a:extLst>
          </p:cNvPr>
          <p:cNvSpPr/>
          <p:nvPr/>
        </p:nvSpPr>
        <p:spPr bwMode="gray">
          <a:xfrm>
            <a:off x="4087402" y="4691762"/>
            <a:ext cx="125999" cy="125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D3C90D4-BA60-1076-E3D1-2CBD31738DFF}"/>
                  </a:ext>
                </a:extLst>
              </p:cNvPr>
              <p:cNvSpPr txBox="1"/>
              <p:nvPr/>
            </p:nvSpPr>
            <p:spPr bwMode="gray">
              <a:xfrm>
                <a:off x="3747541" y="4839874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D3C90D4-BA60-1076-E3D1-2CBD31738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47541" y="4839874"/>
                <a:ext cx="812485" cy="2154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82EFE1F-0C92-64ED-04C8-89A10F10D813}"/>
              </a:ext>
            </a:extLst>
          </p:cNvPr>
          <p:cNvCxnSpPr>
            <a:cxnSpLocks/>
            <a:endCxn id="97" idx="2"/>
          </p:cNvCxnSpPr>
          <p:nvPr/>
        </p:nvCxnSpPr>
        <p:spPr bwMode="gray">
          <a:xfrm flipV="1">
            <a:off x="7303073" y="3048007"/>
            <a:ext cx="0" cy="36880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53">
            <a:extLst>
              <a:ext uri="{FF2B5EF4-FFF2-40B4-BE49-F238E27FC236}">
                <a16:creationId xmlns:a16="http://schemas.microsoft.com/office/drawing/2014/main" id="{4163E3EC-FAC4-6786-AE82-CBB7E1E85762}"/>
              </a:ext>
            </a:extLst>
          </p:cNvPr>
          <p:cNvSpPr txBox="1">
            <a:spLocks/>
          </p:cNvSpPr>
          <p:nvPr/>
        </p:nvSpPr>
        <p:spPr bwMode="gray">
          <a:xfrm>
            <a:off x="6732240" y="2847319"/>
            <a:ext cx="1141666" cy="200688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800" dirty="0">
                <a:solidFill>
                  <a:srgbClr val="C00000"/>
                </a:solidFill>
              </a:rPr>
              <a:t>N</a:t>
            </a:r>
            <a:r>
              <a:rPr lang="en-DE" sz="800" dirty="0">
                <a:solidFill>
                  <a:srgbClr val="C00000"/>
                </a:solidFill>
              </a:rPr>
              <a:t>ew test point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9B4F0C0-EC3F-D5A1-3441-BB7A38DA0A68}"/>
              </a:ext>
            </a:extLst>
          </p:cNvPr>
          <p:cNvCxnSpPr>
            <a:cxnSpLocks/>
            <a:endCxn id="101" idx="2"/>
          </p:cNvCxnSpPr>
          <p:nvPr/>
        </p:nvCxnSpPr>
        <p:spPr bwMode="gray">
          <a:xfrm flipV="1">
            <a:off x="5754953" y="2817493"/>
            <a:ext cx="0" cy="36880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 Placeholder 53">
                <a:extLst>
                  <a:ext uri="{FF2B5EF4-FFF2-40B4-BE49-F238E27FC236}">
                    <a16:creationId xmlns:a16="http://schemas.microsoft.com/office/drawing/2014/main" id="{DC6D3B23-AEF1-CEC0-3B08-406D69753C8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184120" y="2616805"/>
                <a:ext cx="1141666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C00000"/>
                    </a:solidFill>
                  </a:rPr>
                  <a:t>Posterior </a:t>
                </a:r>
                <a14:m>
                  <m:oMath xmlns:m="http://schemas.openxmlformats.org/officeDocument/2006/math">
                    <m:r>
                      <a:rPr lang="en-US" sz="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800" dirty="0">
                    <a:solidFill>
                      <a:srgbClr val="C00000"/>
                    </a:solidFill>
                  </a:rPr>
                  <a:t> </a:t>
                </a:r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1" name="Text Placeholder 53">
                <a:extLst>
                  <a:ext uri="{FF2B5EF4-FFF2-40B4-BE49-F238E27FC236}">
                    <a16:creationId xmlns:a16="http://schemas.microsoft.com/office/drawing/2014/main" id="{DC6D3B23-AEF1-CEC0-3B08-406D69753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120" y="2616805"/>
                <a:ext cx="1141666" cy="200688"/>
              </a:xfrm>
              <a:prstGeom prst="rect">
                <a:avLst/>
              </a:prstGeom>
              <a:blipFill>
                <a:blip r:embed="rId24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94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7" grpId="0"/>
      <p:bldP spid="61" grpId="0"/>
      <p:bldP spid="68" grpId="0"/>
      <p:bldP spid="36" grpId="0" animBg="1"/>
      <p:bldP spid="39" grpId="0" animBg="1"/>
      <p:bldP spid="43" grpId="0" animBg="1"/>
      <p:bldP spid="47" grpId="0" animBg="1"/>
      <p:bldP spid="54" grpId="0"/>
      <p:bldP spid="58" grpId="0" animBg="1"/>
      <p:bldP spid="63" grpId="0"/>
      <p:bldP spid="64" grpId="0"/>
      <p:bldP spid="72" grpId="0"/>
      <p:bldP spid="73" grpId="0"/>
      <p:bldP spid="74" grpId="0"/>
      <p:bldP spid="75" grpId="0"/>
      <p:bldP spid="77" grpId="0" animBg="1"/>
      <p:bldP spid="78" grpId="0" animBg="1"/>
      <p:bldP spid="81" grpId="0"/>
      <p:bldP spid="85" grpId="0"/>
      <p:bldP spid="86" grpId="0"/>
      <p:bldP spid="87" grpId="0"/>
      <p:bldP spid="88" grpId="0" animBg="1"/>
      <p:bldP spid="89" grpId="0"/>
      <p:bldP spid="97" grpId="0"/>
      <p:bldP spid="1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Predicition Tree</a:t>
                </a:r>
                <a:r>
                  <a:rPr lang="en-DE" dirty="0"/>
                  <a:t>: Simple factor chain given posterior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</m:d>
                  </m:oMath>
                </a14:m>
                <a:endParaRPr lang="en-DE" sz="1200" dirty="0"/>
              </a:p>
              <a:p>
                <a:pPr lvl="1"/>
                <a:r>
                  <a:rPr lang="en-DE" sz="1200" dirty="0"/>
                  <a:t>Posterior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Projection-Noise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Outcome Probability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=+1|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r>
                  <a:rPr lang="en-US" b="1" dirty="0"/>
                  <a:t>Bayesian Linear </a:t>
                </a:r>
                <a:r>
                  <a:rPr lang="en-US" b="1" dirty="0" err="1"/>
                  <a:t>Probit</a:t>
                </a:r>
                <a:r>
                  <a:rPr lang="en-US" b="1" dirty="0"/>
                  <a:t> Regression in Matrix Notation</a:t>
                </a:r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292532-F5FF-D3DA-6AF0-DB372DD62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3A3D959-4067-9371-B385-DFF1D3DD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/>
              <p:nvPr/>
            </p:nvSpPr>
            <p:spPr bwMode="gray">
              <a:xfrm>
                <a:off x="7745470" y="16110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BD97C4C-C4E2-B663-0786-CB55E3B40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5470" y="1611022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1E0E16E-63D8-708B-7682-E5CA915B334B}"/>
              </a:ext>
            </a:extLst>
          </p:cNvPr>
          <p:cNvSpPr/>
          <p:nvPr/>
        </p:nvSpPr>
        <p:spPr bwMode="gray">
          <a:xfrm>
            <a:off x="7790471" y="124089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F0A00-DEB7-8904-E3FB-066BCFF8FEE3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 flipH="1">
            <a:off x="7853470" y="1366897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/>
              <p:nvPr/>
            </p:nvSpPr>
            <p:spPr bwMode="gray">
              <a:xfrm>
                <a:off x="7818606" y="1203598"/>
                <a:ext cx="812485" cy="216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EB3905-1A11-F9DB-ACCA-3D5BC153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8606" y="1203598"/>
                <a:ext cx="812485" cy="216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9B71A8-4F4E-50FA-B0D8-198E9C2334E8}"/>
              </a:ext>
            </a:extLst>
          </p:cNvPr>
          <p:cNvCxnSpPr>
            <a:cxnSpLocks/>
          </p:cNvCxnSpPr>
          <p:nvPr/>
        </p:nvCxnSpPr>
        <p:spPr bwMode="gray">
          <a:xfrm>
            <a:off x="7750564" y="1370277"/>
            <a:ext cx="0" cy="2038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2502" y="1373435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 Placeholder 53">
                <a:extLst>
                  <a:ext uri="{FF2B5EF4-FFF2-40B4-BE49-F238E27FC236}">
                    <a16:creationId xmlns:a16="http://schemas.microsoft.com/office/drawing/2014/main" id="{07889B27-4C55-17A3-DBBF-98614B0A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2502" y="1373435"/>
                <a:ext cx="515053" cy="200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67B96-C4B1-AE5F-00C0-0C91E879CE93}"/>
              </a:ext>
            </a:extLst>
          </p:cNvPr>
          <p:cNvCxnSpPr>
            <a:cxnSpLocks/>
            <a:stCxn id="4" idx="4"/>
            <a:endCxn id="49" idx="0"/>
          </p:cNvCxnSpPr>
          <p:nvPr/>
        </p:nvCxnSpPr>
        <p:spPr bwMode="gray">
          <a:xfrm>
            <a:off x="7853470" y="1827022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/>
              <p:nvPr/>
            </p:nvSpPr>
            <p:spPr bwMode="gray">
              <a:xfrm>
                <a:off x="7745470" y="244127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10B466-C0B1-4A3D-107B-07A4FBE34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5470" y="2441271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E5F9FA1F-7A78-0792-6EFB-B5C5F150E25B}"/>
              </a:ext>
            </a:extLst>
          </p:cNvPr>
          <p:cNvSpPr/>
          <p:nvPr/>
        </p:nvSpPr>
        <p:spPr bwMode="gray">
          <a:xfrm>
            <a:off x="7790471" y="207114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FC1B4B-CFA8-D99F-6F71-BEED56CB1EBA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 bwMode="gray">
          <a:xfrm flipH="1">
            <a:off x="7853470" y="2197146"/>
            <a:ext cx="1" cy="2441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/>
              <p:nvPr/>
            </p:nvSpPr>
            <p:spPr bwMode="gray">
              <a:xfrm>
                <a:off x="7883976" y="1978880"/>
                <a:ext cx="937746" cy="235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01B524-855F-AECC-6EE6-BD3D3943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83976" y="1978880"/>
                <a:ext cx="937746" cy="2358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E5A5D5-585B-5622-EADE-D6713C31BB07}"/>
              </a:ext>
            </a:extLst>
          </p:cNvPr>
          <p:cNvCxnSpPr>
            <a:cxnSpLocks/>
          </p:cNvCxnSpPr>
          <p:nvPr/>
        </p:nvCxnSpPr>
        <p:spPr bwMode="gray">
          <a:xfrm flipV="1">
            <a:off x="7738987" y="225610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8F6DE4-0D8D-41AB-05C1-601984D7F4BB}"/>
              </a:ext>
            </a:extLst>
          </p:cNvPr>
          <p:cNvCxnSpPr>
            <a:cxnSpLocks/>
          </p:cNvCxnSpPr>
          <p:nvPr/>
        </p:nvCxnSpPr>
        <p:spPr bwMode="gray">
          <a:xfrm>
            <a:off x="7745470" y="1827022"/>
            <a:ext cx="0" cy="1761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94793" y="1803838"/>
                <a:ext cx="515053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74C518B5-04F5-6BB9-1DE5-77F38F56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94793" y="1803838"/>
                <a:ext cx="515053" cy="2006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223946" y="2254483"/>
                <a:ext cx="444398" cy="20068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A06C0DA6-D455-63BB-0CCB-33FDDF57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23946" y="2254483"/>
                <a:ext cx="444398" cy="200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C1DCED-19E7-F7C5-BCBD-08FA98CC2A92}"/>
                  </a:ext>
                </a:extLst>
              </p:cNvPr>
              <p:cNvSpPr txBox="1"/>
              <p:nvPr/>
            </p:nvSpPr>
            <p:spPr bwMode="gray">
              <a:xfrm>
                <a:off x="1024992" y="3151604"/>
                <a:ext cx="5995279" cy="96272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tIns="144000" bIns="14400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=+1|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4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C1DCED-19E7-F7C5-BCBD-08FA98CC2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24992" y="3151604"/>
                <a:ext cx="5995279" cy="9627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533E09-4D0C-1C77-FF35-C795E8F971D0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 bwMode="gray">
          <a:xfrm flipV="1">
            <a:off x="4115913" y="3799676"/>
            <a:ext cx="492092" cy="48416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A835D3C-0EAE-84EC-8C0C-9F3A17A31569}"/>
              </a:ext>
            </a:extLst>
          </p:cNvPr>
          <p:cNvSpPr txBox="1"/>
          <p:nvPr/>
        </p:nvSpPr>
        <p:spPr bwMode="gray">
          <a:xfrm>
            <a:off x="3491880" y="4283842"/>
            <a:ext cx="1248065" cy="304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data uncertainty</a:t>
            </a:r>
            <a:endParaRPr lang="en-DE" sz="1200" dirty="0">
              <a:solidFill>
                <a:srgbClr val="C0000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EDA0D10-4223-2CBC-4D75-9B4DFEF86203}"/>
              </a:ext>
            </a:extLst>
          </p:cNvPr>
          <p:cNvSpPr/>
          <p:nvPr/>
        </p:nvSpPr>
        <p:spPr bwMode="gray">
          <a:xfrm>
            <a:off x="4499993" y="3475405"/>
            <a:ext cx="216024" cy="3242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2DC1C5-25CC-49D1-D825-115812D5D2C8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 bwMode="gray">
          <a:xfrm flipH="1" flipV="1">
            <a:off x="5376108" y="3799676"/>
            <a:ext cx="372060" cy="48416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276855B-D05A-50A2-B6DA-5ED935275648}"/>
              </a:ext>
            </a:extLst>
          </p:cNvPr>
          <p:cNvSpPr txBox="1"/>
          <p:nvPr/>
        </p:nvSpPr>
        <p:spPr bwMode="gray">
          <a:xfrm>
            <a:off x="5124135" y="4283842"/>
            <a:ext cx="1248065" cy="304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C00000"/>
                </a:solidFill>
              </a:rPr>
              <a:t>model uncertainty</a:t>
            </a:r>
            <a:endParaRPr lang="en-DE" sz="1200" dirty="0">
              <a:solidFill>
                <a:srgbClr val="C00000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FD6F6A4-D3F5-F142-1589-1BBCC09C9774}"/>
              </a:ext>
            </a:extLst>
          </p:cNvPr>
          <p:cNvSpPr/>
          <p:nvPr/>
        </p:nvSpPr>
        <p:spPr bwMode="gray">
          <a:xfrm>
            <a:off x="4884072" y="3475405"/>
            <a:ext cx="984071" cy="32427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C77FA8-AD12-ACF3-DCF1-686738775491}"/>
              </a:ext>
            </a:extLst>
          </p:cNvPr>
          <p:cNvSpPr txBox="1"/>
          <p:nvPr/>
        </p:nvSpPr>
        <p:spPr bwMode="gray">
          <a:xfrm>
            <a:off x="-4746171" y="12046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 err="1"/>
          </a:p>
        </p:txBody>
      </p:sp>
    </p:spTree>
    <p:extLst>
      <p:ext uri="{BB962C8B-B14F-4D97-AF65-F5344CB8AC3E}">
        <p14:creationId xmlns:p14="http://schemas.microsoft.com/office/powerpoint/2010/main" val="2402866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5" grpId="0"/>
      <p:bldP spid="37" grpId="0"/>
      <p:bldP spid="46" grpId="0" animBg="1"/>
      <p:bldP spid="49" grpId="0" animBg="1"/>
      <p:bldP spid="57" grpId="0"/>
      <p:bldP spid="61" grpId="0"/>
      <p:bldP spid="68" grpId="0"/>
      <p:bldP spid="31" grpId="0" animBg="1"/>
      <p:bldP spid="41" grpId="0"/>
      <p:bldP spid="42" grpId="0" animBg="1"/>
      <p:bldP spid="52" grpId="0"/>
      <p:bldP spid="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Linear Classification in Pictures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3EA603-400C-D02E-FD52-FC244ABC9A6A}"/>
                  </a:ext>
                </a:extLst>
              </p:cNvPr>
              <p:cNvSpPr txBox="1"/>
              <p:nvPr/>
            </p:nvSpPr>
            <p:spPr bwMode="gray">
              <a:xfrm>
                <a:off x="201747" y="2294914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3EA603-400C-D02E-FD52-FC244ABC9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2294914"/>
                <a:ext cx="914400" cy="319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D130650-9ABE-58B4-43CF-137FBC5671D1}"/>
                  </a:ext>
                </a:extLst>
              </p:cNvPr>
              <p:cNvSpPr txBox="1"/>
              <p:nvPr/>
            </p:nvSpPr>
            <p:spPr bwMode="gray">
              <a:xfrm>
                <a:off x="201747" y="4059617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=500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D130650-9ABE-58B4-43CF-137FBC567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4059617"/>
                <a:ext cx="914400" cy="319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A9E1D0-649E-5C7D-14C1-BA7B36CB7EDC}"/>
                  </a:ext>
                </a:extLst>
              </p:cNvPr>
              <p:cNvSpPr txBox="1"/>
              <p:nvPr/>
            </p:nvSpPr>
            <p:spPr bwMode="gray">
              <a:xfrm>
                <a:off x="2071406" y="1193019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A9E1D0-649E-5C7D-14C1-BA7B36CB7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71406" y="1193019"/>
                <a:ext cx="914400" cy="319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EF2532-4081-B983-6BEA-19527304254F}"/>
                  </a:ext>
                </a:extLst>
              </p:cNvPr>
              <p:cNvSpPr txBox="1"/>
              <p:nvPr/>
            </p:nvSpPr>
            <p:spPr bwMode="gray">
              <a:xfrm>
                <a:off x="4937188" y="1152703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EF2532-4081-B983-6BEA-195273042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7188" y="1152703"/>
                <a:ext cx="914400" cy="3196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372DD4-A594-BB3B-2648-C1432955A444}"/>
                  </a:ext>
                </a:extLst>
              </p:cNvPr>
              <p:cNvSpPr txBox="1"/>
              <p:nvPr/>
            </p:nvSpPr>
            <p:spPr bwMode="gray">
              <a:xfrm>
                <a:off x="6785697" y="1958475"/>
                <a:ext cx="2196781" cy="12265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dirty="0">
                    <a:solidFill>
                      <a:srgbClr val="C00000"/>
                    </a:solidFill>
                  </a:rPr>
                  <a:t>225 features of </a:t>
                </a:r>
                <a:br>
                  <a:rPr lang="en-US" sz="1200" dirty="0">
                    <a:solidFill>
                      <a:srgbClr val="C00000"/>
                    </a:solidFill>
                  </a:rPr>
                </a:br>
                <a:r>
                  <a:rPr lang="en-US" sz="1200" dirty="0">
                    <a:solidFill>
                      <a:srgbClr val="C00000"/>
                    </a:solidFill>
                  </a:rPr>
                  <a:t>value of 225 </a:t>
                </a:r>
                <a:r>
                  <a:rPr lang="en-DE" sz="1200" dirty="0">
                    <a:solidFill>
                      <a:srgbClr val="C00000"/>
                    </a:solidFill>
                  </a:rPr>
                  <a:t>Gaussian </a:t>
                </a:r>
                <a:br>
                  <a:rPr lang="en-DE" sz="1200" dirty="0">
                    <a:solidFill>
                      <a:srgbClr val="C00000"/>
                    </a:solidFill>
                  </a:rPr>
                </a:br>
                <a:r>
                  <a:rPr lang="en-DE" sz="1200" dirty="0">
                    <a:solidFill>
                      <a:srgbClr val="C00000"/>
                    </a:solidFill>
                  </a:rPr>
                  <a:t>density in 2D </a:t>
                </a:r>
                <a:r>
                  <a:rPr lang="en-US" sz="1200" dirty="0">
                    <a:solidFill>
                      <a:srgbClr val="C00000"/>
                    </a:solidFill>
                  </a:rPr>
                  <a:t>on a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5×5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 grid </a:t>
                </a:r>
                <a:br>
                  <a:rPr lang="en-GB" sz="1200" dirty="0">
                    <a:solidFill>
                      <a:srgbClr val="C00000"/>
                    </a:solidFill>
                  </a:rPr>
                </a:br>
                <a:r>
                  <a:rPr lang="en-GB" sz="1200" dirty="0">
                    <a:solidFill>
                      <a:srgbClr val="C0000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 resolutions</a:t>
                </a:r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372DD4-A594-BB3B-2648-C1432955A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85697" y="1958475"/>
                <a:ext cx="2196781" cy="12265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9420978D-95E2-B347-9EA1-6815DB43A1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06" y="1614718"/>
            <a:ext cx="2520000" cy="1680000"/>
          </a:xfrm>
          <a:prstGeom prst="rect">
            <a:avLst/>
          </a:prstGeo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977A2AE0-CC87-A8B7-00F1-36F9CF93BA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388" y="1614718"/>
            <a:ext cx="2520000" cy="1680000"/>
          </a:xfrm>
          <a:prstGeom prst="rect">
            <a:avLst/>
          </a:prstGeom>
        </p:spPr>
      </p:pic>
      <p:pic>
        <p:nvPicPr>
          <p:cNvPr id="11" name="Picture 10" descr="A graph showing a red and blue dot&#10;&#10;AI-generated content may be incorrect.">
            <a:extLst>
              <a:ext uri="{FF2B5EF4-FFF2-40B4-BE49-F238E27FC236}">
                <a16:creationId xmlns:a16="http://schemas.microsoft.com/office/drawing/2014/main" id="{6257C657-482C-293D-9419-4DC7774DDB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06" y="3379421"/>
            <a:ext cx="2520000" cy="1680000"/>
          </a:xfrm>
          <a:prstGeom prst="rect">
            <a:avLst/>
          </a:prstGeom>
        </p:spPr>
      </p:pic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0F6EFA23-3748-30C0-A6BB-D7A3935149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388" y="3379421"/>
            <a:ext cx="2520000" cy="1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528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D95B-419C-50EE-D135-39817486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30649C-3B4D-C3ED-846C-93565CD0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Linear Classification in Pictures (</a:t>
            </a:r>
            <a:r>
              <a:rPr lang="en-US" dirty="0" err="1"/>
              <a:t>ctd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597799-F569-2924-240E-70E252D60D8B}"/>
                  </a:ext>
                </a:extLst>
              </p:cNvPr>
              <p:cNvSpPr txBox="1"/>
              <p:nvPr/>
            </p:nvSpPr>
            <p:spPr bwMode="gray">
              <a:xfrm>
                <a:off x="201747" y="2294914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597799-F569-2924-240E-70E252D60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2294914"/>
                <a:ext cx="914400" cy="319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F39545-F974-46F7-C357-54F4A70F71F7}"/>
                  </a:ext>
                </a:extLst>
              </p:cNvPr>
              <p:cNvSpPr txBox="1"/>
              <p:nvPr/>
            </p:nvSpPr>
            <p:spPr bwMode="gray">
              <a:xfrm>
                <a:off x="201747" y="4046017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=500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F39545-F974-46F7-C357-54F4A70F7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4046017"/>
                <a:ext cx="914400" cy="319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66E51F-7FE7-3CD9-E21C-3D5B33841378}"/>
                  </a:ext>
                </a:extLst>
              </p:cNvPr>
              <p:cNvSpPr txBox="1"/>
              <p:nvPr/>
            </p:nvSpPr>
            <p:spPr bwMode="gray">
              <a:xfrm>
                <a:off x="2078011" y="1193019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66E51F-7FE7-3CD9-E21C-3D5B33841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78011" y="1193019"/>
                <a:ext cx="914400" cy="319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4BFABC-5B09-DA45-AE4B-D1426C678EE1}"/>
                  </a:ext>
                </a:extLst>
              </p:cNvPr>
              <p:cNvSpPr txBox="1"/>
              <p:nvPr/>
            </p:nvSpPr>
            <p:spPr bwMode="gray">
              <a:xfrm>
                <a:off x="4912671" y="1152703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4BFABC-5B09-DA45-AE4B-D1426C678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12671" y="1152703"/>
                <a:ext cx="914400" cy="3196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0B2553-8EC1-E0C1-1A84-02B618AEEFDB}"/>
                  </a:ext>
                </a:extLst>
              </p:cNvPr>
              <p:cNvSpPr txBox="1"/>
              <p:nvPr/>
            </p:nvSpPr>
            <p:spPr bwMode="gray">
              <a:xfrm>
                <a:off x="6785697" y="1958475"/>
                <a:ext cx="2196781" cy="12265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Transparency</m:t>
                      </m:r>
                      <m:r>
                        <a:rPr lang="en-US" sz="1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0B2553-8EC1-E0C1-1A84-02B618AEE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85697" y="1958475"/>
                <a:ext cx="2196781" cy="12265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E3321E9A-9456-56A1-6247-EBED393024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11" y="1614718"/>
            <a:ext cx="2520000" cy="1680000"/>
          </a:xfrm>
          <a:prstGeom prst="rect">
            <a:avLst/>
          </a:prstGeom>
        </p:spPr>
      </p:pic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2F5D4966-4060-1EC3-912D-C7692E4357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71" y="1614718"/>
            <a:ext cx="2520000" cy="1680000"/>
          </a:xfrm>
          <a:prstGeom prst="rect">
            <a:avLst/>
          </a:prstGeom>
        </p:spPr>
      </p:pic>
      <p:pic>
        <p:nvPicPr>
          <p:cNvPr id="10" name="Picture 9" descr="A diagram of red and blue dots&#10;&#10;AI-generated content may be incorrect.">
            <a:extLst>
              <a:ext uri="{FF2B5EF4-FFF2-40B4-BE49-F238E27FC236}">
                <a16:creationId xmlns:a16="http://schemas.microsoft.com/office/drawing/2014/main" id="{AC8474D6-917A-9FC0-BB55-8609CFB929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11" y="3365821"/>
            <a:ext cx="2520000" cy="1680000"/>
          </a:xfrm>
          <a:prstGeom prst="rect">
            <a:avLst/>
          </a:prstGeom>
        </p:spPr>
      </p:pic>
      <p:pic>
        <p:nvPicPr>
          <p:cNvPr id="13" name="Picture 12" descr="A close-up of a graph&#10;&#10;AI-generated content may be incorrect.">
            <a:extLst>
              <a:ext uri="{FF2B5EF4-FFF2-40B4-BE49-F238E27FC236}">
                <a16:creationId xmlns:a16="http://schemas.microsoft.com/office/drawing/2014/main" id="{5BEBDA1D-5FC9-17AE-889F-6DFCD934FB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71" y="3365821"/>
            <a:ext cx="2520000" cy="1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76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15CA-CC5E-5C1B-0F95-CFA176FA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C6439E-E6ED-4563-A4D3-9AFDB85F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Linear Classification Convergence Pictures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BF6281-CA13-083B-113C-CAA501EB9D8E}"/>
              </a:ext>
            </a:extLst>
          </p:cNvPr>
          <p:cNvSpPr txBox="1"/>
          <p:nvPr/>
        </p:nvSpPr>
        <p:spPr bwMode="gray">
          <a:xfrm>
            <a:off x="971600" y="1707654"/>
            <a:ext cx="1242687" cy="33643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Iteration 1</a:t>
            </a: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CDB8BCCA-E926-9DB2-8BBA-04941CC58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43" y="2139112"/>
            <a:ext cx="2520000" cy="1680000"/>
          </a:xfrm>
          <a:prstGeom prst="rect">
            <a:avLst/>
          </a:prstGeo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8AEDF21D-B638-4EAC-D966-887673DED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301" y="2139112"/>
            <a:ext cx="2520000" cy="1680000"/>
          </a:xfrm>
          <a:prstGeom prst="rect">
            <a:avLst/>
          </a:prstGeom>
        </p:spPr>
      </p:pic>
      <p:pic>
        <p:nvPicPr>
          <p:cNvPr id="11" name="Picture 10" descr="A close-up of a graph&#10;&#10;AI-generated content may be incorrect.">
            <a:extLst>
              <a:ext uri="{FF2B5EF4-FFF2-40B4-BE49-F238E27FC236}">
                <a16:creationId xmlns:a16="http://schemas.microsoft.com/office/drawing/2014/main" id="{5A1871A4-EE76-EC4F-8C56-26020459F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139112"/>
            <a:ext cx="2520000" cy="168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88A0ED-3BD1-43FA-2F2E-C2F205747675}"/>
              </a:ext>
            </a:extLst>
          </p:cNvPr>
          <p:cNvSpPr txBox="1"/>
          <p:nvPr/>
        </p:nvSpPr>
        <p:spPr bwMode="gray">
          <a:xfrm>
            <a:off x="3175958" y="1707653"/>
            <a:ext cx="1242687" cy="33643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Iteration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34F3D-396F-A851-F98D-D261426D8264}"/>
              </a:ext>
            </a:extLst>
          </p:cNvPr>
          <p:cNvSpPr txBox="1"/>
          <p:nvPr/>
        </p:nvSpPr>
        <p:spPr bwMode="gray">
          <a:xfrm>
            <a:off x="5570697" y="1707652"/>
            <a:ext cx="1242687" cy="33643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>
                <a:solidFill>
                  <a:srgbClr val="C00000"/>
                </a:solidFill>
              </a:rPr>
              <a:t>Iteration 3</a:t>
            </a:r>
          </a:p>
        </p:txBody>
      </p:sp>
    </p:spTree>
    <p:extLst>
      <p:ext uri="{BB962C8B-B14F-4D97-AF65-F5344CB8AC3E}">
        <p14:creationId xmlns:p14="http://schemas.microsoft.com/office/powerpoint/2010/main" val="2434220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98E1BD-C5AA-7451-5C72-2F2BD267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 anchor="b">
            <a:normAutofit/>
          </a:bodyPr>
          <a:lstStyle/>
          <a:p>
            <a:r>
              <a:rPr lang="en-US" dirty="0"/>
              <a:t>Bayesian Linear Classification for MNIST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D7632E-57F1-D13D-8C87-524B6E3549CF}"/>
                  </a:ext>
                </a:extLst>
              </p:cNvPr>
              <p:cNvSpPr txBox="1"/>
              <p:nvPr/>
            </p:nvSpPr>
            <p:spPr bwMode="gray">
              <a:xfrm>
                <a:off x="201747" y="2323261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”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𝐯𝐬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D7632E-57F1-D13D-8C87-524B6E35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2323261"/>
                <a:ext cx="914400" cy="3196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421215-1FDE-289D-17C3-567C7AAA3A0D}"/>
                  </a:ext>
                </a:extLst>
              </p:cNvPr>
              <p:cNvSpPr txBox="1"/>
              <p:nvPr/>
            </p:nvSpPr>
            <p:spPr bwMode="gray">
              <a:xfrm>
                <a:off x="201747" y="3939902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”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𝐯𝐬</m:t>
                      </m:r>
                      <m:r>
                        <a:rPr lang="en-US" sz="1200" b="1" i="0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421215-1FDE-289D-17C3-567C7AAA3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747" y="3939902"/>
                <a:ext cx="914400" cy="3196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1B89DC-090B-63C9-C6B7-456401EC8034}"/>
                  </a:ext>
                </a:extLst>
              </p:cNvPr>
              <p:cNvSpPr txBox="1"/>
              <p:nvPr/>
            </p:nvSpPr>
            <p:spPr bwMode="gray">
              <a:xfrm>
                <a:off x="2145432" y="1193019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1B89DC-090B-63C9-C6B7-456401EC8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45432" y="1193019"/>
                <a:ext cx="914400" cy="3196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023393-17AC-24D7-26C2-65794A2C4470}"/>
                  </a:ext>
                </a:extLst>
              </p:cNvPr>
              <p:cNvSpPr txBox="1"/>
              <p:nvPr/>
            </p:nvSpPr>
            <p:spPr bwMode="gray">
              <a:xfrm>
                <a:off x="5004048" y="1152703"/>
                <a:ext cx="914400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lang="en-US" sz="1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023393-17AC-24D7-26C2-65794A2C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4048" y="1152703"/>
                <a:ext cx="914400" cy="3196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and white image of a person&#10;&#10;Description automatically generated">
            <a:extLst>
              <a:ext uri="{FF2B5EF4-FFF2-40B4-BE49-F238E27FC236}">
                <a16:creationId xmlns:a16="http://schemas.microsoft.com/office/drawing/2014/main" id="{904F4E65-8C86-7FBB-2F33-AE632A29E3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318" y="3419511"/>
            <a:ext cx="2520000" cy="1680000"/>
          </a:xfrm>
          <a:prstGeom prst="rect">
            <a:avLst/>
          </a:prstGeom>
        </p:spPr>
      </p:pic>
      <p:pic>
        <p:nvPicPr>
          <p:cNvPr id="9" name="Picture 8" descr="A black and white image of a letter&#10;&#10;Description automatically generated">
            <a:extLst>
              <a:ext uri="{FF2B5EF4-FFF2-40B4-BE49-F238E27FC236}">
                <a16:creationId xmlns:a16="http://schemas.microsoft.com/office/drawing/2014/main" id="{3650B52F-C18B-B714-0D7C-363011D1BF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58" y="3419511"/>
            <a:ext cx="2520000" cy="1680000"/>
          </a:xfrm>
          <a:prstGeom prst="rect">
            <a:avLst/>
          </a:prstGeom>
        </p:spPr>
      </p:pic>
      <p:pic>
        <p:nvPicPr>
          <p:cNvPr id="12" name="Picture 11" descr="A black object with a white center&#10;&#10;Description automatically generated">
            <a:extLst>
              <a:ext uri="{FF2B5EF4-FFF2-40B4-BE49-F238E27FC236}">
                <a16:creationId xmlns:a16="http://schemas.microsoft.com/office/drawing/2014/main" id="{2D7FED53-9391-8410-CC5B-4EFA53388E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318" y="1626205"/>
            <a:ext cx="2520000" cy="1680000"/>
          </a:xfrm>
          <a:prstGeom prst="rect">
            <a:avLst/>
          </a:prstGeom>
        </p:spPr>
      </p:pic>
      <p:pic>
        <p:nvPicPr>
          <p:cNvPr id="14" name="Picture 13" descr="A black and white image of a keyhole&#10;&#10;Description automatically generated">
            <a:extLst>
              <a:ext uri="{FF2B5EF4-FFF2-40B4-BE49-F238E27FC236}">
                <a16:creationId xmlns:a16="http://schemas.microsoft.com/office/drawing/2014/main" id="{39E502A6-15DA-5DBD-CC02-2D3CE9EF2D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58" y="1670058"/>
            <a:ext cx="2520000" cy="1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852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sz="quarter" idx="10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42900" indent="-342900"/>
                <a:r>
                  <a:rPr lang="en-US" altLang="en-DE" b="1" dirty="0"/>
                  <a:t>Bayesian Classification</a:t>
                </a:r>
              </a:p>
              <a:p>
                <a:pPr marL="614125" lvl="1" indent="-342900"/>
                <a:r>
                  <a:rPr lang="en-US" altLang="en-DE" sz="1200" dirty="0"/>
                  <a:t>The likelihood model is no longer conjugate to the prior over the weight vector</a:t>
                </a:r>
              </a:p>
              <a:p>
                <a:pPr marL="614125" lvl="1" indent="-342900"/>
                <a:r>
                  <a:rPr lang="en-US" altLang="en-DE" sz="1200" dirty="0"/>
                  <a:t>Approximate inference methods can be used (similar to Bayesian ranking) as the approximation is on a 1D-projection of each feature vector at each training example</a:t>
                </a:r>
              </a:p>
              <a:p>
                <a:pPr marL="614125" lvl="1" indent="-342900"/>
                <a:r>
                  <a:rPr lang="en-US" altLang="en-DE" sz="1200" dirty="0"/>
                  <a:t>The message passing algorithm is highly efficient and requires no matrix inversion!</a:t>
                </a:r>
                <a:endParaRPr lang="en-US" altLang="en-DE" dirty="0"/>
              </a:p>
              <a:p>
                <a:pPr marL="342900" indent="-342900"/>
                <a:r>
                  <a:rPr lang="en-US" altLang="en-DE" b="1" dirty="0"/>
                  <a:t>Sherman-Morrison </a:t>
                </a:r>
              </a:p>
              <a:p>
                <a:pPr marL="614125" lvl="1" indent="-342900"/>
                <a:r>
                  <a:rPr lang="en-US" altLang="en-DE" sz="1200" dirty="0"/>
                  <a:t>Computationally efficient identity to compute the inverse after a rank-1 update</a:t>
                </a:r>
              </a:p>
              <a:p>
                <a:pPr marL="614125" lvl="1" indent="-342900"/>
                <a:r>
                  <a:rPr lang="en-US" altLang="en-DE" sz="1200" dirty="0"/>
                  <a:t>There is also a rank-</a:t>
                </a:r>
                <a14:m>
                  <m:oMath xmlns:m="http://schemas.openxmlformats.org/officeDocument/2006/math">
                    <m:r>
                      <a:rPr lang="en-US" altLang="en-DE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DE" sz="1200" dirty="0"/>
                  <a:t> version of the identity</a:t>
                </a:r>
              </a:p>
              <a:p>
                <a:pPr marL="614125" lvl="1" indent="-342900"/>
                <a:r>
                  <a:rPr lang="en-US" altLang="en-DE" sz="1200" dirty="0"/>
                  <a:t>Used heavily in so-called LORA (“low rank”) adapters for training large language models!</a:t>
                </a:r>
              </a:p>
              <a:p>
                <a:pPr marL="614125" lvl="1" indent="-342900"/>
                <a:endParaRPr lang="en-US" altLang="en-DE" dirty="0"/>
              </a:p>
              <a:p>
                <a:pPr marL="0" indent="0">
                  <a:buNone/>
                </a:pPr>
                <a:endParaRPr lang="en-US" altLang="en-DE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845" t="-355" r="-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29392</TotalTime>
  <Words>1588</Words>
  <Application>Microsoft Macintosh PowerPoint</Application>
  <PresentationFormat>On-screen Show (16:9)</PresentationFormat>
  <Paragraphs>335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Bayesian Classification Learning Setting</vt:lpstr>
      <vt:lpstr>Bayesian Classification Learning in Pictures</vt:lpstr>
      <vt:lpstr>Overview</vt:lpstr>
      <vt:lpstr>Update Equations for Combined Factors</vt:lpstr>
      <vt:lpstr>Bayesian Linear Classification by Message Passing</vt:lpstr>
      <vt:lpstr>Relation of Bayesian Linear Classification to Regression</vt:lpstr>
      <vt:lpstr>Matrix Inverse of a Rank-1 Update</vt:lpstr>
      <vt:lpstr>Steps 1 &amp; 4: Update Data Message and Marginal</vt:lpstr>
      <vt:lpstr>Bayesian Linear Classification: Update of ith Data Message</vt:lpstr>
      <vt:lpstr>Bayesian Linear Classification: Putting It all Together</vt:lpstr>
      <vt:lpstr>Bayesian Classification: Training &amp; Prediction </vt:lpstr>
      <vt:lpstr>Predictions</vt:lpstr>
      <vt:lpstr>Bayesian Linear Classification in Pictures</vt:lpstr>
      <vt:lpstr>Bayesian Linear Classification in Pictures (ctd)</vt:lpstr>
      <vt:lpstr>Bayesian Linear Classification Convergence Pictures</vt:lpstr>
      <vt:lpstr>Bayesian Linear Classification for MNIST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293</cp:revision>
  <cp:lastPrinted>2014-05-07T12:19:03Z</cp:lastPrinted>
  <dcterms:created xsi:type="dcterms:W3CDTF">2022-08-10T08:10:37Z</dcterms:created>
  <dcterms:modified xsi:type="dcterms:W3CDTF">2025-10-30T15:40:42Z</dcterms:modified>
</cp:coreProperties>
</file>